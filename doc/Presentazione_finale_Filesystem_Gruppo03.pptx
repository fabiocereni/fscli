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9" r:id="rId1"/>
  </p:sldMasterIdLst>
  <p:notesMasterIdLst>
    <p:notesMasterId r:id="rId16"/>
  </p:notesMasterIdLst>
  <p:handoutMasterIdLst>
    <p:handoutMasterId r:id="rId17"/>
  </p:handoutMasterIdLst>
  <p:sldIdLst>
    <p:sldId id="268" r:id="rId2"/>
    <p:sldId id="266" r:id="rId3"/>
    <p:sldId id="269" r:id="rId4"/>
    <p:sldId id="274" r:id="rId5"/>
    <p:sldId id="271" r:id="rId6"/>
    <p:sldId id="272" r:id="rId7"/>
    <p:sldId id="273" r:id="rId8"/>
    <p:sldId id="279" r:id="rId9"/>
    <p:sldId id="282" r:id="rId10"/>
    <p:sldId id="283" r:id="rId11"/>
    <p:sldId id="284" r:id="rId12"/>
    <p:sldId id="276" r:id="rId13"/>
    <p:sldId id="281" r:id="rId14"/>
    <p:sldId id="278" r:id="rId15"/>
  </p:sldIdLst>
  <p:sldSz cx="9144000" cy="6858000" type="screen4x3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F99DF-561A-4C70-9D0E-67B39333184A}" v="159" dt="2025-12-15T22:45:41.802"/>
    <p1510:client id="{637D269D-7E7D-5C07-F820-813FE057EEB6}" v="352" dt="2025-12-15T13:11:02.572"/>
    <p1510:client id="{A9BD2A31-9060-E74C-6A97-CAB43BC6C2F6}" v="82" dt="2025-12-15T20:38:53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388A7-5429-7442-BD81-798B3F4B5BE0}" type="datetime1">
              <a:rPr lang="it-IT"/>
              <a:pPr/>
              <a:t>15/12/2025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3144663-F296-154C-879B-F265E0A1929F}" type="slidenum">
              <a:rPr lang="it-IT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3762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425F76-5FCB-3E42-9F4B-C72054CFC5AB}" type="slidenum">
              <a:rPr lang="it-IT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7598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23850" y="1700808"/>
            <a:ext cx="7848550" cy="19442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defRPr sz="4200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fr-CH"/>
              <a:t>Inserisci titolo</a:t>
            </a:r>
            <a:endParaRPr lang="it-IT"/>
          </a:p>
        </p:txBody>
      </p:sp>
      <p:sp>
        <p:nvSpPr>
          <p:cNvPr id="6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4278154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baseline="0"/>
            </a:lvl1pPr>
          </a:lstStyle>
          <a:p>
            <a:pPr lvl="0"/>
            <a:r>
              <a:rPr lang="fr-CH"/>
              <a:t>Inserire nome studente</a:t>
            </a:r>
          </a:p>
        </p:txBody>
      </p:sp>
      <p:cxnSp>
        <p:nvCxnSpPr>
          <p:cNvPr id="11" name="Connettore 1 10"/>
          <p:cNvCxnSpPr/>
          <p:nvPr userDrawn="1"/>
        </p:nvCxnSpPr>
        <p:spPr>
          <a:xfrm>
            <a:off x="323528" y="4012535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egnaposto testo 12"/>
          <p:cNvSpPr>
            <a:spLocks noGrp="1"/>
          </p:cNvSpPr>
          <p:nvPr>
            <p:ph type="body" sz="quarter" idx="17" hasCustomPrompt="1"/>
          </p:nvPr>
        </p:nvSpPr>
        <p:spPr>
          <a:xfrm>
            <a:off x="323528" y="4062130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/>
              <a:t>Studente/i</a:t>
            </a:r>
          </a:p>
        </p:txBody>
      </p:sp>
      <p:sp>
        <p:nvSpPr>
          <p:cNvPr id="24" name="Segnaposto testo 12"/>
          <p:cNvSpPr>
            <a:spLocks noGrp="1"/>
          </p:cNvSpPr>
          <p:nvPr>
            <p:ph type="body" sz="quarter" idx="24" hasCustomPrompt="1"/>
          </p:nvPr>
        </p:nvSpPr>
        <p:spPr>
          <a:xfrm>
            <a:off x="323528" y="5331837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baseline="0"/>
            </a:lvl1pPr>
          </a:lstStyle>
          <a:p>
            <a:pPr lvl="0"/>
            <a:r>
              <a:rPr lang="fr-CH"/>
              <a:t>Inserire corso di laurea</a:t>
            </a:r>
          </a:p>
        </p:txBody>
      </p:sp>
      <p:cxnSp>
        <p:nvCxnSpPr>
          <p:cNvPr id="25" name="Connettore 1 24"/>
          <p:cNvCxnSpPr/>
          <p:nvPr userDrawn="1"/>
        </p:nvCxnSpPr>
        <p:spPr>
          <a:xfrm>
            <a:off x="323528" y="5066218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egnaposto testo 12"/>
          <p:cNvSpPr>
            <a:spLocks noGrp="1"/>
          </p:cNvSpPr>
          <p:nvPr>
            <p:ph type="body" sz="quarter" idx="25" hasCustomPrompt="1"/>
          </p:nvPr>
        </p:nvSpPr>
        <p:spPr>
          <a:xfrm>
            <a:off x="323528" y="5115813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/>
              <a:t>Corso di laurea</a:t>
            </a:r>
          </a:p>
        </p:txBody>
      </p:sp>
      <p:sp>
        <p:nvSpPr>
          <p:cNvPr id="27" name="Segnaposto testo 12"/>
          <p:cNvSpPr>
            <a:spLocks noGrp="1"/>
          </p:cNvSpPr>
          <p:nvPr>
            <p:ph type="body" sz="quarter" idx="26" hasCustomPrompt="1"/>
          </p:nvPr>
        </p:nvSpPr>
        <p:spPr>
          <a:xfrm>
            <a:off x="2987824" y="5115813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/>
              <a:t>Modulo / </a:t>
            </a:r>
            <a:r>
              <a:rPr lang="fr-CH" err="1"/>
              <a:t>Codice</a:t>
            </a:r>
            <a:r>
              <a:rPr lang="fr-CH"/>
              <a:t> </a:t>
            </a:r>
            <a:r>
              <a:rPr lang="fr-CH" err="1"/>
              <a:t>Progetto</a:t>
            </a:r>
            <a:endParaRPr lang="fr-CH"/>
          </a:p>
        </p:txBody>
      </p:sp>
      <p:sp>
        <p:nvSpPr>
          <p:cNvPr id="30" name="Segnaposto testo 12"/>
          <p:cNvSpPr>
            <a:spLocks noGrp="1"/>
          </p:cNvSpPr>
          <p:nvPr>
            <p:ph type="body" sz="quarter" idx="29" hasCustomPrompt="1"/>
          </p:nvPr>
        </p:nvSpPr>
        <p:spPr>
          <a:xfrm>
            <a:off x="2987824" y="5331837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err="1"/>
              <a:t>Inserire</a:t>
            </a:r>
            <a:r>
              <a:rPr lang="fr-CH"/>
              <a:t> modulo / </a:t>
            </a:r>
            <a:r>
              <a:rPr lang="fr-CH" err="1"/>
              <a:t>Codice</a:t>
            </a:r>
            <a:r>
              <a:rPr lang="fr-CH"/>
              <a:t> </a:t>
            </a:r>
            <a:r>
              <a:rPr lang="fr-CH" err="1"/>
              <a:t>Progetto</a:t>
            </a:r>
            <a:r>
              <a:rPr lang="fr-CH"/>
              <a:t> se </a:t>
            </a:r>
            <a:r>
              <a:rPr lang="fr-CH" err="1"/>
              <a:t>disponibile</a:t>
            </a:r>
            <a:endParaRPr lang="fr-CH"/>
          </a:p>
        </p:txBody>
      </p:sp>
      <p:sp>
        <p:nvSpPr>
          <p:cNvPr id="41" name="Segnaposto testo 12"/>
          <p:cNvSpPr>
            <a:spLocks noGrp="1"/>
          </p:cNvSpPr>
          <p:nvPr>
            <p:ph type="body" sz="quarter" idx="33" hasCustomPrompt="1"/>
          </p:nvPr>
        </p:nvSpPr>
        <p:spPr>
          <a:xfrm>
            <a:off x="2987824" y="4062130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/>
              <a:t>Relatore</a:t>
            </a:r>
          </a:p>
        </p:txBody>
      </p:sp>
      <p:sp>
        <p:nvSpPr>
          <p:cNvPr id="42" name="Segnaposto testo 12"/>
          <p:cNvSpPr>
            <a:spLocks noGrp="1"/>
          </p:cNvSpPr>
          <p:nvPr>
            <p:ph type="body" sz="quarter" idx="34" hasCustomPrompt="1"/>
          </p:nvPr>
        </p:nvSpPr>
        <p:spPr>
          <a:xfrm>
            <a:off x="2987824" y="4278154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/>
              <a:t>Inserire nome relatore</a:t>
            </a:r>
          </a:p>
        </p:txBody>
      </p:sp>
      <p:sp>
        <p:nvSpPr>
          <p:cNvPr id="44" name="Segnaposto testo 12"/>
          <p:cNvSpPr>
            <a:spLocks noGrp="1"/>
          </p:cNvSpPr>
          <p:nvPr>
            <p:ph type="body" sz="quarter" idx="36" hasCustomPrompt="1"/>
          </p:nvPr>
        </p:nvSpPr>
        <p:spPr>
          <a:xfrm>
            <a:off x="323528" y="6381328"/>
            <a:ext cx="2520280" cy="216024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/>
              <a:t>Inserire nome committente</a:t>
            </a:r>
          </a:p>
        </p:txBody>
      </p:sp>
      <p:cxnSp>
        <p:nvCxnSpPr>
          <p:cNvPr id="45" name="Connettore 1 44"/>
          <p:cNvCxnSpPr/>
          <p:nvPr userDrawn="1"/>
        </p:nvCxnSpPr>
        <p:spPr>
          <a:xfrm>
            <a:off x="323528" y="6115709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Segnaposto testo 12"/>
          <p:cNvSpPr>
            <a:spLocks noGrp="1"/>
          </p:cNvSpPr>
          <p:nvPr>
            <p:ph type="body" sz="quarter" idx="37" hasCustomPrompt="1"/>
          </p:nvPr>
        </p:nvSpPr>
        <p:spPr>
          <a:xfrm>
            <a:off x="323528" y="6165304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/>
              <a:t>Committente</a:t>
            </a:r>
          </a:p>
        </p:txBody>
      </p:sp>
      <p:sp>
        <p:nvSpPr>
          <p:cNvPr id="49" name="Segnaposto testo 12"/>
          <p:cNvSpPr>
            <a:spLocks noGrp="1"/>
          </p:cNvSpPr>
          <p:nvPr>
            <p:ph type="body" sz="quarter" idx="40" hasCustomPrompt="1"/>
          </p:nvPr>
        </p:nvSpPr>
        <p:spPr>
          <a:xfrm>
            <a:off x="5652120" y="5115813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/>
              <a:t>Anno</a:t>
            </a:r>
          </a:p>
        </p:txBody>
      </p:sp>
      <p:sp>
        <p:nvSpPr>
          <p:cNvPr id="50" name="Segnaposto testo 12"/>
          <p:cNvSpPr>
            <a:spLocks noGrp="1"/>
          </p:cNvSpPr>
          <p:nvPr>
            <p:ph type="body" sz="quarter" idx="41" hasCustomPrompt="1"/>
          </p:nvPr>
        </p:nvSpPr>
        <p:spPr>
          <a:xfrm>
            <a:off x="5652120" y="5331837"/>
            <a:ext cx="2520280" cy="216024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/>
              <a:t>Inserire anno</a:t>
            </a:r>
          </a:p>
        </p:txBody>
      </p:sp>
      <p:sp>
        <p:nvSpPr>
          <p:cNvPr id="22" name="Segnaposto testo 12"/>
          <p:cNvSpPr>
            <a:spLocks noGrp="1"/>
          </p:cNvSpPr>
          <p:nvPr>
            <p:ph type="body" sz="quarter" idx="42" hasCustomPrompt="1"/>
          </p:nvPr>
        </p:nvSpPr>
        <p:spPr>
          <a:xfrm>
            <a:off x="5652120" y="4062130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/>
              <a:t>Correlatore</a:t>
            </a:r>
          </a:p>
        </p:txBody>
      </p:sp>
      <p:sp>
        <p:nvSpPr>
          <p:cNvPr id="23" name="Segnaposto testo 12"/>
          <p:cNvSpPr>
            <a:spLocks noGrp="1"/>
          </p:cNvSpPr>
          <p:nvPr>
            <p:ph type="body" sz="quarter" idx="43" hasCustomPrompt="1"/>
          </p:nvPr>
        </p:nvSpPr>
        <p:spPr>
          <a:xfrm>
            <a:off x="5652120" y="4278154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/>
              <a:t>Inserire nome correlatore</a:t>
            </a:r>
          </a:p>
        </p:txBody>
      </p:sp>
      <p:pic>
        <p:nvPicPr>
          <p:cNvPr id="28" name="Immagine 9" descr="Modulo_SUPSI_DTI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41313" y="179388"/>
            <a:ext cx="4075112" cy="14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Segnaposto testo 12"/>
          <p:cNvSpPr>
            <a:spLocks noGrp="1"/>
          </p:cNvSpPr>
          <p:nvPr>
            <p:ph type="body" sz="quarter" idx="44" hasCustomPrompt="1"/>
          </p:nvPr>
        </p:nvSpPr>
        <p:spPr>
          <a:xfrm>
            <a:off x="2987824" y="6381328"/>
            <a:ext cx="2520280" cy="216024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/>
              <a:t>Inserire data</a:t>
            </a:r>
          </a:p>
        </p:txBody>
      </p:sp>
      <p:sp>
        <p:nvSpPr>
          <p:cNvPr id="31" name="Segnaposto testo 12"/>
          <p:cNvSpPr>
            <a:spLocks noGrp="1"/>
          </p:cNvSpPr>
          <p:nvPr>
            <p:ph type="body" sz="quarter" idx="45" hasCustomPrompt="1"/>
          </p:nvPr>
        </p:nvSpPr>
        <p:spPr>
          <a:xfrm>
            <a:off x="2987824" y="6165304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0646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;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2314972"/>
            <a:ext cx="3816424" cy="424847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u="none" baseline="0"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fr-CH"/>
              <a:t>Inserisci testo. </a:t>
            </a:r>
            <a:r>
              <a:rPr lang="it-IT" err="1"/>
              <a:t>Posuere</a:t>
            </a:r>
            <a:r>
              <a:rPr lang="it-IT"/>
              <a:t> non </a:t>
            </a:r>
            <a:r>
              <a:rPr lang="it-IT" err="1"/>
              <a:t>eleifend</a:t>
            </a:r>
            <a:r>
              <a:rPr lang="it-IT"/>
              <a:t> id, porta et </a:t>
            </a:r>
            <a:r>
              <a:rPr lang="it-IT" err="1"/>
              <a:t>augue</a:t>
            </a:r>
            <a:r>
              <a:rPr lang="it-IT"/>
              <a:t>. </a:t>
            </a:r>
            <a:r>
              <a:rPr lang="it-IT" err="1"/>
              <a:t>Praesent</a:t>
            </a:r>
            <a:r>
              <a:rPr lang="it-IT"/>
              <a:t> </a:t>
            </a:r>
            <a:r>
              <a:rPr lang="it-IT" err="1"/>
              <a:t>ultricies</a:t>
            </a:r>
            <a:r>
              <a:rPr lang="it-IT"/>
              <a:t> </a:t>
            </a:r>
            <a:r>
              <a:rPr lang="it-IT" err="1"/>
              <a:t>suscipit</a:t>
            </a:r>
            <a:r>
              <a:rPr lang="it-IT"/>
              <a:t> magna, ut </a:t>
            </a:r>
            <a:r>
              <a:rPr lang="it-IT" err="1"/>
              <a:t>volutpat</a:t>
            </a:r>
            <a:r>
              <a:rPr lang="it-IT"/>
              <a:t> </a:t>
            </a:r>
            <a:r>
              <a:rPr lang="it-IT" err="1"/>
              <a:t>leo</a:t>
            </a:r>
            <a:r>
              <a:rPr lang="it-IT"/>
              <a:t> </a:t>
            </a:r>
            <a:r>
              <a:rPr lang="it-IT" err="1"/>
              <a:t>mollis</a:t>
            </a:r>
            <a:r>
              <a:rPr lang="it-IT"/>
              <a:t> </a:t>
            </a:r>
            <a:r>
              <a:rPr lang="it-IT" err="1"/>
              <a:t>eu</a:t>
            </a:r>
            <a:r>
              <a:rPr lang="it-IT"/>
              <a:t>. </a:t>
            </a:r>
            <a:r>
              <a:rPr lang="it-IT" err="1"/>
              <a:t>Pellentesque</a:t>
            </a:r>
            <a:r>
              <a:rPr lang="it-IT"/>
              <a:t> </a:t>
            </a:r>
            <a:r>
              <a:rPr lang="it-IT" err="1"/>
              <a:t>habitant</a:t>
            </a:r>
            <a:r>
              <a:rPr lang="it-IT"/>
              <a:t> morbi </a:t>
            </a:r>
            <a:r>
              <a:rPr lang="it-IT" err="1"/>
              <a:t>tristique</a:t>
            </a:r>
            <a:r>
              <a:rPr lang="it-IT"/>
              <a:t> </a:t>
            </a:r>
            <a:r>
              <a:rPr lang="it-IT" err="1"/>
              <a:t>senectus</a:t>
            </a:r>
            <a:r>
              <a:rPr lang="it-IT"/>
              <a:t> et </a:t>
            </a:r>
            <a:r>
              <a:rPr lang="it-IT" err="1"/>
              <a:t>netus</a:t>
            </a:r>
            <a:r>
              <a:rPr lang="it-IT"/>
              <a:t> et </a:t>
            </a:r>
            <a:r>
              <a:rPr lang="it-IT" err="1"/>
              <a:t>malesuada</a:t>
            </a:r>
            <a:r>
              <a:rPr lang="it-IT"/>
              <a:t> </a:t>
            </a:r>
            <a:r>
              <a:rPr lang="it-IT" err="1"/>
              <a:t>fames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 </a:t>
            </a:r>
            <a:r>
              <a:rPr lang="it-IT" err="1"/>
              <a:t>turpis</a:t>
            </a:r>
            <a:r>
              <a:rPr lang="it-IT"/>
              <a:t> </a:t>
            </a:r>
            <a:r>
              <a:rPr lang="it-IT" err="1"/>
              <a:t>egestas</a:t>
            </a:r>
            <a:r>
              <a:rPr lang="it-IT"/>
              <a:t>. Ut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 </a:t>
            </a:r>
            <a:r>
              <a:rPr lang="it-IT" err="1"/>
              <a:t>felis</a:t>
            </a:r>
            <a:r>
              <a:rPr lang="it-IT"/>
              <a:t> </a:t>
            </a:r>
            <a:r>
              <a:rPr lang="it-IT" err="1"/>
              <a:t>eleifend</a:t>
            </a:r>
            <a:r>
              <a:rPr lang="it-IT"/>
              <a:t> massa </a:t>
            </a:r>
            <a:r>
              <a:rPr lang="it-IT" err="1"/>
              <a:t>blandit</a:t>
            </a:r>
            <a:r>
              <a:rPr lang="it-IT"/>
              <a:t> </a:t>
            </a:r>
            <a:r>
              <a:rPr lang="it-IT" err="1"/>
              <a:t>dictum</a:t>
            </a:r>
            <a:r>
              <a:rPr lang="it-IT"/>
              <a:t> id </a:t>
            </a:r>
            <a:r>
              <a:rPr lang="it-IT" err="1"/>
              <a:t>vel</a:t>
            </a:r>
            <a:r>
              <a:rPr lang="it-IT"/>
              <a:t> </a:t>
            </a:r>
            <a:r>
              <a:rPr lang="it-IT" err="1"/>
              <a:t>diam</a:t>
            </a:r>
            <a:r>
              <a:rPr lang="it-IT"/>
              <a:t>. </a:t>
            </a:r>
            <a:r>
              <a:rPr lang="it-IT" err="1"/>
              <a:t>Proin</a:t>
            </a:r>
            <a:r>
              <a:rPr lang="it-IT"/>
              <a:t> </a:t>
            </a:r>
            <a:r>
              <a:rPr lang="it-IT" err="1"/>
              <a:t>dapibus</a:t>
            </a:r>
            <a:r>
              <a:rPr lang="it-IT"/>
              <a:t> </a:t>
            </a:r>
            <a:r>
              <a:rPr lang="it-IT" err="1"/>
              <a:t>sapien</a:t>
            </a:r>
            <a:r>
              <a:rPr lang="it-IT"/>
              <a:t> </a:t>
            </a:r>
            <a:r>
              <a:rPr lang="it-IT" err="1"/>
              <a:t>nec</a:t>
            </a:r>
            <a:r>
              <a:rPr lang="it-IT"/>
              <a:t> urna </a:t>
            </a:r>
            <a:r>
              <a:rPr lang="it-IT" err="1"/>
              <a:t>venenatis</a:t>
            </a:r>
            <a:r>
              <a:rPr lang="it-IT"/>
              <a:t> </a:t>
            </a:r>
            <a:r>
              <a:rPr lang="it-IT" err="1"/>
              <a:t>adipiscing</a:t>
            </a:r>
            <a:r>
              <a:rPr lang="it-IT"/>
              <a:t>. </a:t>
            </a:r>
            <a:r>
              <a:rPr lang="it-IT" err="1"/>
              <a:t>Sed</a:t>
            </a:r>
            <a:r>
              <a:rPr lang="it-IT"/>
              <a:t> </a:t>
            </a:r>
            <a:r>
              <a:rPr lang="it-IT" err="1"/>
              <a:t>tincidunt</a:t>
            </a:r>
            <a:r>
              <a:rPr lang="it-IT"/>
              <a:t> </a:t>
            </a:r>
            <a:r>
              <a:rPr lang="it-IT" err="1"/>
              <a:t>congue</a:t>
            </a:r>
            <a:r>
              <a:rPr lang="it-IT"/>
              <a:t> eros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 </a:t>
            </a:r>
            <a:r>
              <a:rPr lang="it-IT" err="1"/>
              <a:t>aliquet</a:t>
            </a:r>
            <a:r>
              <a:rPr lang="it-IT"/>
              <a:t>. </a:t>
            </a:r>
            <a:r>
              <a:rPr lang="it-IT" err="1"/>
              <a:t>Donec</a:t>
            </a:r>
            <a:r>
              <a:rPr lang="it-IT"/>
              <a:t> </a:t>
            </a:r>
            <a:r>
              <a:rPr lang="it-IT" err="1"/>
              <a:t>ultricies</a:t>
            </a:r>
            <a:r>
              <a:rPr lang="it-IT"/>
              <a:t> </a:t>
            </a:r>
            <a:r>
              <a:rPr lang="it-IT" err="1"/>
              <a:t>bibendum</a:t>
            </a:r>
            <a:r>
              <a:rPr lang="it-IT"/>
              <a:t> </a:t>
            </a:r>
            <a:r>
              <a:rPr lang="it-IT" err="1"/>
              <a:t>justo</a:t>
            </a:r>
            <a:r>
              <a:rPr lang="it-IT"/>
              <a:t>, viverra </a:t>
            </a:r>
            <a:r>
              <a:rPr lang="it-IT" err="1"/>
              <a:t>dignissim</a:t>
            </a:r>
            <a:r>
              <a:rPr lang="it-IT"/>
              <a:t> </a:t>
            </a:r>
            <a:r>
              <a:rPr lang="it-IT" err="1"/>
              <a:t>metus</a:t>
            </a:r>
            <a:r>
              <a:rPr lang="it-IT"/>
              <a:t> </a:t>
            </a:r>
            <a:r>
              <a:rPr lang="it-IT" err="1"/>
              <a:t>fringilla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. </a:t>
            </a:r>
            <a:r>
              <a:rPr lang="it-IT" err="1"/>
              <a:t>Etiam</a:t>
            </a:r>
            <a:r>
              <a:rPr lang="it-IT"/>
              <a:t> odio eros, </a:t>
            </a:r>
            <a:r>
              <a:rPr lang="it-IT" err="1"/>
              <a:t>luctus</a:t>
            </a:r>
            <a:r>
              <a:rPr lang="it-IT"/>
              <a:t> </a:t>
            </a:r>
            <a:r>
              <a:rPr lang="it-IT" err="1"/>
              <a:t>vel</a:t>
            </a:r>
            <a:r>
              <a:rPr lang="it-IT"/>
              <a:t> </a:t>
            </a:r>
            <a:r>
              <a:rPr lang="it-IT" err="1"/>
              <a:t>bibendum</a:t>
            </a:r>
            <a:r>
              <a:rPr lang="it-IT"/>
              <a:t> a, </a:t>
            </a:r>
            <a:r>
              <a:rPr lang="it-IT" err="1"/>
              <a:t>pretium</a:t>
            </a:r>
            <a:r>
              <a:rPr lang="it-IT"/>
              <a:t> non </a:t>
            </a:r>
            <a:r>
              <a:rPr lang="it-IT" err="1"/>
              <a:t>dui</a:t>
            </a:r>
            <a:r>
              <a:rPr lang="it-IT"/>
              <a:t>. </a:t>
            </a:r>
            <a:r>
              <a:rPr lang="it-IT" err="1"/>
              <a:t>Quisque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 </a:t>
            </a:r>
            <a:r>
              <a:rPr lang="it-IT" err="1"/>
              <a:t>nibh</a:t>
            </a:r>
            <a:r>
              <a:rPr lang="it-IT"/>
              <a:t> vitae </a:t>
            </a:r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mollis</a:t>
            </a:r>
            <a:r>
              <a:rPr lang="it-IT"/>
              <a:t> </a:t>
            </a:r>
            <a:r>
              <a:rPr lang="it-IT" err="1"/>
              <a:t>tempus</a:t>
            </a:r>
            <a:r>
              <a:rPr lang="it-IT"/>
              <a:t>. </a:t>
            </a:r>
            <a:r>
              <a:rPr lang="it-IT" err="1"/>
              <a:t>Quisque</a:t>
            </a:r>
            <a:r>
              <a:rPr lang="it-IT"/>
              <a:t> </a:t>
            </a:r>
            <a:r>
              <a:rPr lang="it-IT" err="1"/>
              <a:t>blandit</a:t>
            </a:r>
            <a:r>
              <a:rPr lang="it-IT"/>
              <a:t> </a:t>
            </a:r>
            <a:r>
              <a:rPr lang="it-IT" err="1"/>
              <a:t>mattis</a:t>
            </a:r>
            <a:r>
              <a:rPr lang="it-IT"/>
              <a:t> </a:t>
            </a:r>
            <a:r>
              <a:rPr lang="it-IT" err="1"/>
              <a:t>purus</a:t>
            </a:r>
            <a:r>
              <a:rPr lang="it-IT"/>
              <a:t>, </a:t>
            </a:r>
            <a:r>
              <a:rPr lang="it-IT" err="1"/>
              <a:t>tempor</a:t>
            </a:r>
            <a:r>
              <a:rPr lang="it-IT"/>
              <a:t> </a:t>
            </a:r>
            <a:r>
              <a:rPr lang="it-IT" err="1"/>
              <a:t>vehicula</a:t>
            </a:r>
            <a:r>
              <a:rPr lang="it-IT"/>
              <a:t> orci </a:t>
            </a:r>
            <a:r>
              <a:rPr lang="it-IT" err="1"/>
              <a:t>congue</a:t>
            </a:r>
            <a:r>
              <a:rPr lang="it-IT"/>
              <a:t> a. </a:t>
            </a:r>
            <a:r>
              <a:rPr lang="it-IT" err="1"/>
              <a:t>Vestibulum</a:t>
            </a:r>
            <a:r>
              <a:rPr lang="it-IT"/>
              <a:t> </a:t>
            </a:r>
            <a:r>
              <a:rPr lang="it-IT" err="1"/>
              <a:t>scelerisque</a:t>
            </a:r>
            <a:r>
              <a:rPr lang="it-IT"/>
              <a:t> </a:t>
            </a:r>
            <a:r>
              <a:rPr lang="it-IT" err="1"/>
              <a:t>commodo</a:t>
            </a:r>
            <a:r>
              <a:rPr lang="it-IT"/>
              <a:t> </a:t>
            </a:r>
            <a:r>
              <a:rPr lang="it-IT" err="1"/>
              <a:t>sem</a:t>
            </a:r>
            <a:r>
              <a:rPr lang="it-IT"/>
              <a:t> </a:t>
            </a:r>
            <a:r>
              <a:rPr lang="it-IT" err="1"/>
              <a:t>volutpat</a:t>
            </a:r>
            <a:r>
              <a:rPr lang="it-IT"/>
              <a:t> </a:t>
            </a:r>
            <a:r>
              <a:rPr lang="it-IT" err="1"/>
              <a:t>eleifend</a:t>
            </a:r>
            <a:r>
              <a:rPr lang="it-IT"/>
              <a:t>.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323528" y="1203808"/>
            <a:ext cx="7848872" cy="929048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700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lvl="0"/>
            <a:r>
              <a:rPr lang="fr-CH"/>
              <a:t>Inserisci titolo</a:t>
            </a:r>
          </a:p>
        </p:txBody>
      </p:sp>
    </p:spTree>
    <p:extLst>
      <p:ext uri="{BB962C8B-B14F-4D97-AF65-F5344CB8AC3E}">
        <p14:creationId xmlns:p14="http://schemas.microsoft.com/office/powerpoint/2010/main" val="41559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323528" y="1247552"/>
            <a:ext cx="3816424" cy="532859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baseline="0"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fr-CH"/>
              <a:t>Inserisci testo. </a:t>
            </a:r>
            <a:r>
              <a:rPr lang="it-IT" err="1"/>
              <a:t>Posuere</a:t>
            </a:r>
            <a:r>
              <a:rPr lang="it-IT"/>
              <a:t> non </a:t>
            </a:r>
            <a:r>
              <a:rPr lang="it-IT" err="1"/>
              <a:t>eleifend</a:t>
            </a:r>
            <a:r>
              <a:rPr lang="it-IT"/>
              <a:t> id, porta et </a:t>
            </a:r>
            <a:r>
              <a:rPr lang="it-IT" err="1"/>
              <a:t>augue</a:t>
            </a:r>
            <a:r>
              <a:rPr lang="it-IT"/>
              <a:t>. </a:t>
            </a:r>
            <a:r>
              <a:rPr lang="it-IT" err="1"/>
              <a:t>Praesent</a:t>
            </a:r>
            <a:r>
              <a:rPr lang="it-IT"/>
              <a:t> </a:t>
            </a:r>
            <a:r>
              <a:rPr lang="it-IT" err="1"/>
              <a:t>ultricies</a:t>
            </a:r>
            <a:r>
              <a:rPr lang="it-IT"/>
              <a:t> </a:t>
            </a:r>
            <a:r>
              <a:rPr lang="it-IT" err="1"/>
              <a:t>suscipit</a:t>
            </a:r>
            <a:r>
              <a:rPr lang="it-IT"/>
              <a:t> magna, ut </a:t>
            </a:r>
            <a:r>
              <a:rPr lang="it-IT" err="1"/>
              <a:t>volutpat</a:t>
            </a:r>
            <a:r>
              <a:rPr lang="it-IT"/>
              <a:t> </a:t>
            </a:r>
            <a:r>
              <a:rPr lang="it-IT" err="1"/>
              <a:t>leo</a:t>
            </a:r>
            <a:r>
              <a:rPr lang="it-IT"/>
              <a:t> </a:t>
            </a:r>
            <a:r>
              <a:rPr lang="it-IT" err="1"/>
              <a:t>mollis</a:t>
            </a:r>
            <a:r>
              <a:rPr lang="it-IT"/>
              <a:t> </a:t>
            </a:r>
            <a:r>
              <a:rPr lang="it-IT" err="1"/>
              <a:t>eu</a:t>
            </a:r>
            <a:r>
              <a:rPr lang="it-IT"/>
              <a:t>. </a:t>
            </a:r>
            <a:r>
              <a:rPr lang="it-IT" err="1"/>
              <a:t>Pellentesque</a:t>
            </a:r>
            <a:r>
              <a:rPr lang="it-IT"/>
              <a:t> </a:t>
            </a:r>
            <a:r>
              <a:rPr lang="it-IT" err="1"/>
              <a:t>habitant</a:t>
            </a:r>
            <a:r>
              <a:rPr lang="it-IT"/>
              <a:t> morbi </a:t>
            </a:r>
            <a:r>
              <a:rPr lang="it-IT" err="1"/>
              <a:t>tristique</a:t>
            </a:r>
            <a:r>
              <a:rPr lang="it-IT"/>
              <a:t> </a:t>
            </a:r>
            <a:r>
              <a:rPr lang="it-IT" err="1"/>
              <a:t>senectus</a:t>
            </a:r>
            <a:r>
              <a:rPr lang="it-IT"/>
              <a:t> et </a:t>
            </a:r>
            <a:r>
              <a:rPr lang="it-IT" err="1"/>
              <a:t>netus</a:t>
            </a:r>
            <a:r>
              <a:rPr lang="it-IT"/>
              <a:t> et </a:t>
            </a:r>
            <a:r>
              <a:rPr lang="it-IT" err="1"/>
              <a:t>malesuada</a:t>
            </a:r>
            <a:r>
              <a:rPr lang="it-IT"/>
              <a:t> </a:t>
            </a:r>
            <a:r>
              <a:rPr lang="it-IT" err="1"/>
              <a:t>fames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 </a:t>
            </a:r>
            <a:r>
              <a:rPr lang="it-IT" err="1"/>
              <a:t>turpis</a:t>
            </a:r>
            <a:r>
              <a:rPr lang="it-IT"/>
              <a:t> </a:t>
            </a:r>
            <a:r>
              <a:rPr lang="it-IT" err="1"/>
              <a:t>egestas</a:t>
            </a:r>
            <a:r>
              <a:rPr lang="it-IT"/>
              <a:t>. Ut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 </a:t>
            </a:r>
            <a:r>
              <a:rPr lang="it-IT" err="1"/>
              <a:t>felis</a:t>
            </a:r>
            <a:r>
              <a:rPr lang="it-IT"/>
              <a:t> </a:t>
            </a:r>
            <a:r>
              <a:rPr lang="it-IT" err="1"/>
              <a:t>eleifend</a:t>
            </a:r>
            <a:r>
              <a:rPr lang="it-IT"/>
              <a:t> massa </a:t>
            </a:r>
            <a:r>
              <a:rPr lang="it-IT" err="1"/>
              <a:t>blandit</a:t>
            </a:r>
            <a:r>
              <a:rPr lang="it-IT"/>
              <a:t> </a:t>
            </a:r>
            <a:r>
              <a:rPr lang="it-IT" err="1"/>
              <a:t>dictum</a:t>
            </a:r>
            <a:r>
              <a:rPr lang="it-IT"/>
              <a:t> id </a:t>
            </a:r>
            <a:r>
              <a:rPr lang="it-IT" err="1"/>
              <a:t>vel</a:t>
            </a:r>
            <a:r>
              <a:rPr lang="it-IT"/>
              <a:t> </a:t>
            </a:r>
            <a:r>
              <a:rPr lang="it-IT" err="1"/>
              <a:t>diam</a:t>
            </a:r>
            <a:r>
              <a:rPr lang="it-IT"/>
              <a:t>. </a:t>
            </a:r>
            <a:r>
              <a:rPr lang="it-IT" err="1"/>
              <a:t>Proin</a:t>
            </a:r>
            <a:r>
              <a:rPr lang="it-IT"/>
              <a:t> </a:t>
            </a:r>
            <a:r>
              <a:rPr lang="it-IT" err="1"/>
              <a:t>dapibus</a:t>
            </a:r>
            <a:r>
              <a:rPr lang="it-IT"/>
              <a:t> </a:t>
            </a:r>
            <a:r>
              <a:rPr lang="it-IT" err="1"/>
              <a:t>sapien</a:t>
            </a:r>
            <a:r>
              <a:rPr lang="it-IT"/>
              <a:t> </a:t>
            </a:r>
            <a:r>
              <a:rPr lang="it-IT" err="1"/>
              <a:t>nec</a:t>
            </a:r>
            <a:r>
              <a:rPr lang="it-IT"/>
              <a:t> urna </a:t>
            </a:r>
            <a:r>
              <a:rPr lang="it-IT" err="1"/>
              <a:t>venenatis</a:t>
            </a:r>
            <a:r>
              <a:rPr lang="it-IT"/>
              <a:t> </a:t>
            </a:r>
            <a:r>
              <a:rPr lang="it-IT" err="1"/>
              <a:t>adipiscing</a:t>
            </a:r>
            <a:r>
              <a:rPr lang="it-IT"/>
              <a:t>. </a:t>
            </a:r>
            <a:r>
              <a:rPr lang="it-IT" err="1"/>
              <a:t>Sed</a:t>
            </a:r>
            <a:r>
              <a:rPr lang="it-IT"/>
              <a:t> </a:t>
            </a:r>
            <a:r>
              <a:rPr lang="it-IT" err="1"/>
              <a:t>tincidunt</a:t>
            </a:r>
            <a:r>
              <a:rPr lang="it-IT"/>
              <a:t> </a:t>
            </a:r>
            <a:r>
              <a:rPr lang="it-IT" err="1"/>
              <a:t>congue</a:t>
            </a:r>
            <a:r>
              <a:rPr lang="it-IT"/>
              <a:t> eros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 </a:t>
            </a:r>
            <a:r>
              <a:rPr lang="it-IT" err="1"/>
              <a:t>aliquet</a:t>
            </a:r>
            <a:r>
              <a:rPr lang="it-IT"/>
              <a:t>. </a:t>
            </a:r>
            <a:r>
              <a:rPr lang="it-IT" err="1"/>
              <a:t>Donec</a:t>
            </a:r>
            <a:r>
              <a:rPr lang="it-IT"/>
              <a:t> </a:t>
            </a:r>
            <a:r>
              <a:rPr lang="it-IT" err="1"/>
              <a:t>ultricies</a:t>
            </a:r>
            <a:r>
              <a:rPr lang="it-IT"/>
              <a:t> </a:t>
            </a:r>
            <a:r>
              <a:rPr lang="it-IT" err="1"/>
              <a:t>bibendum</a:t>
            </a:r>
            <a:r>
              <a:rPr lang="it-IT"/>
              <a:t> </a:t>
            </a:r>
            <a:r>
              <a:rPr lang="it-IT" err="1"/>
              <a:t>justo</a:t>
            </a:r>
            <a:r>
              <a:rPr lang="it-IT"/>
              <a:t>, viverra </a:t>
            </a:r>
            <a:r>
              <a:rPr lang="it-IT" err="1"/>
              <a:t>dignissim</a:t>
            </a:r>
            <a:r>
              <a:rPr lang="it-IT"/>
              <a:t> </a:t>
            </a:r>
            <a:r>
              <a:rPr lang="it-IT" err="1"/>
              <a:t>metus</a:t>
            </a:r>
            <a:r>
              <a:rPr lang="it-IT"/>
              <a:t> </a:t>
            </a:r>
            <a:r>
              <a:rPr lang="it-IT" err="1"/>
              <a:t>fringilla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. </a:t>
            </a:r>
            <a:r>
              <a:rPr lang="it-IT" err="1"/>
              <a:t>Etiam</a:t>
            </a:r>
            <a:r>
              <a:rPr lang="it-IT"/>
              <a:t> odio eros, </a:t>
            </a:r>
            <a:r>
              <a:rPr lang="it-IT" err="1"/>
              <a:t>luctus</a:t>
            </a:r>
            <a:r>
              <a:rPr lang="it-IT"/>
              <a:t> </a:t>
            </a:r>
            <a:r>
              <a:rPr lang="it-IT" err="1"/>
              <a:t>vel</a:t>
            </a:r>
            <a:r>
              <a:rPr lang="it-IT"/>
              <a:t> </a:t>
            </a:r>
            <a:r>
              <a:rPr lang="it-IT" err="1"/>
              <a:t>bibendum</a:t>
            </a:r>
            <a:r>
              <a:rPr lang="it-IT"/>
              <a:t> a, </a:t>
            </a:r>
            <a:r>
              <a:rPr lang="it-IT" err="1"/>
              <a:t>pretium</a:t>
            </a:r>
            <a:r>
              <a:rPr lang="it-IT"/>
              <a:t> non </a:t>
            </a:r>
            <a:r>
              <a:rPr lang="it-IT" err="1"/>
              <a:t>dui</a:t>
            </a:r>
            <a:r>
              <a:rPr lang="it-IT"/>
              <a:t>. </a:t>
            </a:r>
            <a:r>
              <a:rPr lang="it-IT" err="1"/>
              <a:t>Quisque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 </a:t>
            </a:r>
            <a:r>
              <a:rPr lang="it-IT" err="1"/>
              <a:t>nibh</a:t>
            </a:r>
            <a:r>
              <a:rPr lang="it-IT"/>
              <a:t> vitae </a:t>
            </a:r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mollis</a:t>
            </a:r>
            <a:r>
              <a:rPr lang="it-IT"/>
              <a:t> </a:t>
            </a:r>
            <a:r>
              <a:rPr lang="it-IT" err="1"/>
              <a:t>tempus</a:t>
            </a:r>
            <a:r>
              <a:rPr lang="it-IT"/>
              <a:t>. </a:t>
            </a:r>
            <a:r>
              <a:rPr lang="it-IT" err="1"/>
              <a:t>Quisque</a:t>
            </a:r>
            <a:r>
              <a:rPr lang="it-IT"/>
              <a:t> </a:t>
            </a:r>
            <a:r>
              <a:rPr lang="it-IT" err="1"/>
              <a:t>blandit</a:t>
            </a:r>
            <a:r>
              <a:rPr lang="it-IT"/>
              <a:t> </a:t>
            </a:r>
            <a:r>
              <a:rPr lang="it-IT" err="1"/>
              <a:t>mattis</a:t>
            </a:r>
            <a:r>
              <a:rPr lang="it-IT"/>
              <a:t> </a:t>
            </a:r>
            <a:r>
              <a:rPr lang="it-IT" err="1"/>
              <a:t>purus</a:t>
            </a:r>
            <a:r>
              <a:rPr lang="it-IT"/>
              <a:t>, </a:t>
            </a:r>
            <a:r>
              <a:rPr lang="it-IT" err="1"/>
              <a:t>tempor</a:t>
            </a:r>
            <a:r>
              <a:rPr lang="it-IT"/>
              <a:t> </a:t>
            </a:r>
            <a:r>
              <a:rPr lang="it-IT" err="1"/>
              <a:t>vehicula</a:t>
            </a:r>
            <a:r>
              <a:rPr lang="it-IT"/>
              <a:t> orci </a:t>
            </a:r>
            <a:r>
              <a:rPr lang="it-IT" err="1"/>
              <a:t>congue</a:t>
            </a:r>
            <a:r>
              <a:rPr lang="it-IT"/>
              <a:t> a. </a:t>
            </a:r>
            <a:r>
              <a:rPr lang="it-IT" err="1"/>
              <a:t>Vestibulum</a:t>
            </a:r>
            <a:r>
              <a:rPr lang="it-IT"/>
              <a:t> </a:t>
            </a:r>
            <a:r>
              <a:rPr lang="it-IT" err="1"/>
              <a:t>scelerisque</a:t>
            </a:r>
            <a:r>
              <a:rPr lang="it-IT"/>
              <a:t> </a:t>
            </a:r>
            <a:r>
              <a:rPr lang="it-IT" err="1"/>
              <a:t>commodo</a:t>
            </a:r>
            <a:r>
              <a:rPr lang="it-IT"/>
              <a:t> </a:t>
            </a:r>
            <a:r>
              <a:rPr lang="it-IT" err="1"/>
              <a:t>sem</a:t>
            </a:r>
            <a:r>
              <a:rPr lang="it-IT"/>
              <a:t> </a:t>
            </a:r>
            <a:r>
              <a:rPr lang="it-IT" err="1"/>
              <a:t>volutpat</a:t>
            </a:r>
            <a:r>
              <a:rPr lang="it-IT"/>
              <a:t> </a:t>
            </a:r>
            <a:r>
              <a:rPr lang="it-IT" err="1"/>
              <a:t>eleifend</a:t>
            </a:r>
            <a:r>
              <a:rPr lang="it-IT"/>
              <a:t>. </a:t>
            </a:r>
            <a:r>
              <a:rPr lang="it-IT" err="1"/>
              <a:t>fames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 </a:t>
            </a:r>
            <a:r>
              <a:rPr lang="it-IT" err="1"/>
              <a:t>turpis</a:t>
            </a:r>
            <a:r>
              <a:rPr lang="it-IT"/>
              <a:t> </a:t>
            </a:r>
            <a:r>
              <a:rPr lang="it-IT" err="1"/>
              <a:t>egestas</a:t>
            </a:r>
            <a:r>
              <a:rPr lang="it-IT"/>
              <a:t>. Ut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 </a:t>
            </a:r>
            <a:r>
              <a:rPr lang="it-IT" err="1"/>
              <a:t>felis</a:t>
            </a:r>
            <a:r>
              <a:rPr lang="it-IT"/>
              <a:t> </a:t>
            </a:r>
            <a:r>
              <a:rPr lang="it-IT" err="1"/>
              <a:t>eleifend</a:t>
            </a:r>
            <a:r>
              <a:rPr lang="it-IT"/>
              <a:t> massa </a:t>
            </a:r>
            <a:r>
              <a:rPr lang="it-IT" err="1"/>
              <a:t>blandit</a:t>
            </a:r>
            <a:r>
              <a:rPr lang="it-IT"/>
              <a:t> </a:t>
            </a:r>
            <a:r>
              <a:rPr lang="it-IT" err="1"/>
              <a:t>dictum</a:t>
            </a:r>
            <a:r>
              <a:rPr lang="it-IT"/>
              <a:t> id </a:t>
            </a:r>
            <a:r>
              <a:rPr lang="it-IT" err="1"/>
              <a:t>vel</a:t>
            </a:r>
            <a:r>
              <a:rPr lang="it-IT"/>
              <a:t> </a:t>
            </a:r>
            <a:r>
              <a:rPr lang="it-IT" err="1"/>
              <a:t>diam</a:t>
            </a:r>
            <a:r>
              <a:rPr lang="it-IT"/>
              <a:t>. </a:t>
            </a:r>
            <a:r>
              <a:rPr lang="it-IT" err="1"/>
              <a:t>Proin</a:t>
            </a:r>
            <a:r>
              <a:rPr lang="it-IT"/>
              <a:t> </a:t>
            </a:r>
            <a:r>
              <a:rPr lang="it-IT" err="1"/>
              <a:t>dapibus</a:t>
            </a:r>
            <a:r>
              <a:rPr lang="it-IT"/>
              <a:t> </a:t>
            </a:r>
            <a:r>
              <a:rPr lang="it-IT" err="1"/>
              <a:t>sapien</a:t>
            </a:r>
            <a:r>
              <a:rPr lang="it-IT"/>
              <a:t> </a:t>
            </a:r>
            <a:r>
              <a:rPr lang="it-IT" err="1"/>
              <a:t>nec</a:t>
            </a:r>
            <a:r>
              <a:rPr lang="it-IT"/>
              <a:t> urna </a:t>
            </a:r>
            <a:r>
              <a:rPr lang="it-IT" err="1"/>
              <a:t>venenatis</a:t>
            </a:r>
            <a:r>
              <a:rPr lang="it-IT"/>
              <a:t> </a:t>
            </a:r>
            <a:r>
              <a:rPr lang="it-IT" err="1"/>
              <a:t>adipiscing</a:t>
            </a:r>
            <a:r>
              <a:rPr lang="it-IT"/>
              <a:t>. </a:t>
            </a:r>
            <a:r>
              <a:rPr lang="it-IT" err="1"/>
              <a:t>Sed</a:t>
            </a:r>
            <a:r>
              <a:rPr lang="it-IT"/>
              <a:t> </a:t>
            </a:r>
            <a:r>
              <a:rPr lang="it-IT" err="1"/>
              <a:t>tincidunt</a:t>
            </a:r>
            <a:r>
              <a:rPr lang="it-IT"/>
              <a:t> </a:t>
            </a:r>
            <a:r>
              <a:rPr lang="it-IT" err="1"/>
              <a:t>congue</a:t>
            </a:r>
            <a:r>
              <a:rPr lang="it-IT"/>
              <a:t> eros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 </a:t>
            </a:r>
            <a:r>
              <a:rPr lang="it-IT" err="1"/>
              <a:t>aliquet</a:t>
            </a:r>
            <a:r>
              <a:rPr lang="it-IT"/>
              <a:t>. </a:t>
            </a:r>
            <a:r>
              <a:rPr lang="it-IT" err="1"/>
              <a:t>Donec</a:t>
            </a:r>
            <a:r>
              <a:rPr lang="it-IT"/>
              <a:t> </a:t>
            </a:r>
            <a:r>
              <a:rPr lang="it-IT" err="1"/>
              <a:t>ultricies</a:t>
            </a:r>
            <a:r>
              <a:rPr lang="it-IT"/>
              <a:t> </a:t>
            </a:r>
            <a:r>
              <a:rPr lang="it-IT" err="1"/>
              <a:t>bibendum</a:t>
            </a:r>
            <a:r>
              <a:rPr lang="it-IT"/>
              <a:t> </a:t>
            </a:r>
            <a:r>
              <a:rPr lang="it-IT" err="1"/>
              <a:t>justo</a:t>
            </a:r>
            <a:r>
              <a:rPr lang="it-IT"/>
              <a:t>, viverra </a:t>
            </a:r>
            <a:r>
              <a:rPr lang="it-IT" err="1"/>
              <a:t>dignissim</a:t>
            </a:r>
            <a:r>
              <a:rPr lang="it-IT"/>
              <a:t> </a:t>
            </a:r>
            <a:r>
              <a:rPr lang="it-IT" err="1"/>
              <a:t>metus</a:t>
            </a:r>
            <a:r>
              <a:rPr lang="it-IT"/>
              <a:t> </a:t>
            </a:r>
            <a:r>
              <a:rPr lang="it-IT" err="1"/>
              <a:t>fringilla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. </a:t>
            </a:r>
            <a:r>
              <a:rPr lang="it-IT" err="1"/>
              <a:t>Etiam</a:t>
            </a:r>
            <a:r>
              <a:rPr lang="it-IT"/>
              <a:t> odio eros, </a:t>
            </a:r>
            <a:r>
              <a:rPr lang="it-IT" err="1"/>
              <a:t>luctus</a:t>
            </a:r>
            <a:r>
              <a:rPr lang="it-IT"/>
              <a:t> </a:t>
            </a:r>
            <a:r>
              <a:rPr lang="it-IT" err="1"/>
              <a:t>vel</a:t>
            </a:r>
            <a:r>
              <a:rPr lang="it-IT"/>
              <a:t> </a:t>
            </a:r>
            <a:r>
              <a:rPr lang="it-IT" err="1"/>
              <a:t>bibendum</a:t>
            </a:r>
            <a:r>
              <a:rPr lang="it-IT"/>
              <a:t> a, </a:t>
            </a:r>
            <a:r>
              <a:rPr lang="it-IT" err="1"/>
              <a:t>pretium</a:t>
            </a:r>
            <a:r>
              <a:rPr lang="it-IT"/>
              <a:t> non </a:t>
            </a:r>
            <a:r>
              <a:rPr lang="it-IT" err="1"/>
              <a:t>dui</a:t>
            </a:r>
            <a:r>
              <a:rPr lang="it-IT"/>
              <a:t>. </a:t>
            </a:r>
            <a:r>
              <a:rPr lang="it-IT" err="1"/>
              <a:t>Quisque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 </a:t>
            </a:r>
            <a:r>
              <a:rPr lang="it-IT" err="1"/>
              <a:t>nibh</a:t>
            </a:r>
            <a:r>
              <a:rPr lang="it-IT"/>
              <a:t> vitae </a:t>
            </a:r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mollis</a:t>
            </a:r>
            <a:r>
              <a:rPr lang="it-IT"/>
              <a:t> </a:t>
            </a:r>
            <a:r>
              <a:rPr lang="it-IT" err="1"/>
              <a:t>tempus</a:t>
            </a:r>
            <a:r>
              <a:rPr lang="it-IT"/>
              <a:t>. </a:t>
            </a:r>
            <a:r>
              <a:rPr lang="it-IT" err="1"/>
              <a:t>Quisque</a:t>
            </a:r>
            <a:r>
              <a:rPr lang="it-IT"/>
              <a:t> </a:t>
            </a:r>
            <a:r>
              <a:rPr lang="it-IT" err="1"/>
              <a:t>blandit</a:t>
            </a:r>
            <a:r>
              <a:rPr lang="it-IT"/>
              <a:t> </a:t>
            </a:r>
            <a:r>
              <a:rPr lang="it-IT" err="1"/>
              <a:t>mattis</a:t>
            </a:r>
            <a:r>
              <a:rPr lang="it-IT"/>
              <a:t> </a:t>
            </a:r>
            <a:r>
              <a:rPr lang="it-IT" err="1"/>
              <a:t>purus</a:t>
            </a:r>
            <a:r>
              <a:rPr lang="it-IT"/>
              <a:t>, </a:t>
            </a:r>
            <a:r>
              <a:rPr lang="it-IT" err="1"/>
              <a:t>tempor</a:t>
            </a:r>
            <a:r>
              <a:rPr lang="it-IT"/>
              <a:t> </a:t>
            </a:r>
            <a:r>
              <a:rPr lang="it-IT" err="1"/>
              <a:t>vehicula</a:t>
            </a:r>
            <a:r>
              <a:rPr lang="it-IT"/>
              <a:t> orci </a:t>
            </a:r>
            <a:r>
              <a:rPr lang="it-IT" err="1"/>
              <a:t>congue</a:t>
            </a:r>
            <a:r>
              <a:rPr lang="it-IT"/>
              <a:t> a. </a:t>
            </a:r>
            <a:r>
              <a:rPr lang="it-IT" err="1"/>
              <a:t>Vestibulum</a:t>
            </a:r>
            <a:r>
              <a:rPr lang="it-IT"/>
              <a:t> </a:t>
            </a:r>
            <a:r>
              <a:rPr lang="it-IT" err="1"/>
              <a:t>scelerisque</a:t>
            </a:r>
            <a:r>
              <a:rPr lang="it-IT"/>
              <a:t> </a:t>
            </a:r>
            <a:r>
              <a:rPr lang="it-IT" err="1"/>
              <a:t>commodo</a:t>
            </a:r>
            <a:r>
              <a:rPr lang="it-IT"/>
              <a:t> </a:t>
            </a:r>
            <a:r>
              <a:rPr lang="it-IT" err="1"/>
              <a:t>sem</a:t>
            </a:r>
            <a:r>
              <a:rPr lang="it-IT"/>
              <a:t> </a:t>
            </a:r>
            <a:r>
              <a:rPr lang="it-IT" err="1"/>
              <a:t>volutpat</a:t>
            </a:r>
            <a:r>
              <a:rPr lang="it-IT"/>
              <a:t> </a:t>
            </a:r>
            <a:r>
              <a:rPr lang="it-IT" err="1"/>
              <a:t>eleifend</a:t>
            </a:r>
            <a:r>
              <a:rPr lang="it-IT"/>
              <a:t>.</a:t>
            </a:r>
          </a:p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065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testo; 2/3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1247592"/>
            <a:ext cx="2520280" cy="53285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aseline="0"/>
            </a:lvl1pPr>
          </a:lstStyle>
          <a:p>
            <a:pPr lvl="0"/>
            <a:r>
              <a:rPr lang="fr-CH"/>
              <a:t>Inserisci testo. </a:t>
            </a:r>
            <a:r>
              <a:rPr lang="it-IT" err="1"/>
              <a:t>Posuere</a:t>
            </a:r>
            <a:r>
              <a:rPr lang="it-IT"/>
              <a:t> non </a:t>
            </a:r>
            <a:r>
              <a:rPr lang="it-IT" err="1"/>
              <a:t>eleifend</a:t>
            </a:r>
            <a:r>
              <a:rPr lang="it-IT"/>
              <a:t> id, porta et </a:t>
            </a:r>
            <a:r>
              <a:rPr lang="it-IT" err="1"/>
              <a:t>augue</a:t>
            </a:r>
            <a:r>
              <a:rPr lang="it-IT"/>
              <a:t>. </a:t>
            </a:r>
            <a:r>
              <a:rPr lang="it-IT" err="1"/>
              <a:t>Praesent</a:t>
            </a:r>
            <a:r>
              <a:rPr lang="it-IT"/>
              <a:t> </a:t>
            </a:r>
            <a:r>
              <a:rPr lang="it-IT" err="1"/>
              <a:t>ultricies</a:t>
            </a:r>
            <a:r>
              <a:rPr lang="it-IT"/>
              <a:t> </a:t>
            </a:r>
            <a:r>
              <a:rPr lang="it-IT" err="1"/>
              <a:t>suscipit</a:t>
            </a:r>
            <a:r>
              <a:rPr lang="it-IT"/>
              <a:t> magna, ut </a:t>
            </a:r>
            <a:r>
              <a:rPr lang="it-IT" err="1"/>
              <a:t>volutpat</a:t>
            </a:r>
            <a:r>
              <a:rPr lang="it-IT"/>
              <a:t> </a:t>
            </a:r>
            <a:r>
              <a:rPr lang="it-IT" err="1"/>
              <a:t>leo</a:t>
            </a:r>
            <a:r>
              <a:rPr lang="it-IT"/>
              <a:t> </a:t>
            </a:r>
            <a:r>
              <a:rPr lang="it-IT" err="1"/>
              <a:t>mollis</a:t>
            </a:r>
            <a:r>
              <a:rPr lang="it-IT"/>
              <a:t> </a:t>
            </a:r>
            <a:r>
              <a:rPr lang="it-IT" err="1"/>
              <a:t>eu</a:t>
            </a:r>
            <a:r>
              <a:rPr lang="it-IT"/>
              <a:t>. </a:t>
            </a:r>
            <a:r>
              <a:rPr lang="it-IT" err="1"/>
              <a:t>Pellentesque</a:t>
            </a:r>
            <a:r>
              <a:rPr lang="it-IT"/>
              <a:t> </a:t>
            </a:r>
            <a:r>
              <a:rPr lang="it-IT" err="1"/>
              <a:t>habitant</a:t>
            </a:r>
            <a:r>
              <a:rPr lang="it-IT"/>
              <a:t> morbi </a:t>
            </a:r>
            <a:r>
              <a:rPr lang="it-IT" err="1"/>
              <a:t>tristique</a:t>
            </a:r>
            <a:r>
              <a:rPr lang="it-IT"/>
              <a:t> </a:t>
            </a:r>
            <a:r>
              <a:rPr lang="it-IT" err="1"/>
              <a:t>senectus</a:t>
            </a:r>
            <a:r>
              <a:rPr lang="it-IT"/>
              <a:t> et </a:t>
            </a:r>
            <a:r>
              <a:rPr lang="it-IT" err="1"/>
              <a:t>netus</a:t>
            </a:r>
            <a:r>
              <a:rPr lang="it-IT"/>
              <a:t> et </a:t>
            </a:r>
            <a:r>
              <a:rPr lang="it-IT" err="1"/>
              <a:t>malesuada</a:t>
            </a:r>
            <a:r>
              <a:rPr lang="it-IT"/>
              <a:t> </a:t>
            </a:r>
            <a:r>
              <a:rPr lang="it-IT" err="1"/>
              <a:t>fames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 </a:t>
            </a:r>
            <a:r>
              <a:rPr lang="it-IT" err="1"/>
              <a:t>turpis</a:t>
            </a:r>
            <a:r>
              <a:rPr lang="it-IT"/>
              <a:t> </a:t>
            </a:r>
            <a:r>
              <a:rPr lang="it-IT" err="1"/>
              <a:t>egestas</a:t>
            </a:r>
            <a:r>
              <a:rPr lang="it-IT"/>
              <a:t>. Ut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 </a:t>
            </a:r>
            <a:r>
              <a:rPr lang="it-IT" err="1"/>
              <a:t>felis</a:t>
            </a:r>
            <a:r>
              <a:rPr lang="it-IT"/>
              <a:t> </a:t>
            </a:r>
            <a:r>
              <a:rPr lang="it-IT" err="1"/>
              <a:t>eleifend</a:t>
            </a:r>
            <a:r>
              <a:rPr lang="it-IT"/>
              <a:t> massa </a:t>
            </a:r>
            <a:r>
              <a:rPr lang="it-IT" err="1"/>
              <a:t>blandit</a:t>
            </a:r>
            <a:r>
              <a:rPr lang="it-IT"/>
              <a:t> </a:t>
            </a:r>
            <a:r>
              <a:rPr lang="it-IT" err="1"/>
              <a:t>dictum</a:t>
            </a:r>
            <a:r>
              <a:rPr lang="it-IT"/>
              <a:t> id </a:t>
            </a:r>
            <a:r>
              <a:rPr lang="it-IT" err="1"/>
              <a:t>vel</a:t>
            </a:r>
            <a:r>
              <a:rPr lang="it-IT"/>
              <a:t> </a:t>
            </a:r>
            <a:r>
              <a:rPr lang="it-IT" err="1"/>
              <a:t>diam</a:t>
            </a:r>
            <a:r>
              <a:rPr lang="it-IT"/>
              <a:t>. </a:t>
            </a:r>
            <a:r>
              <a:rPr lang="it-IT" err="1"/>
              <a:t>Proin</a:t>
            </a:r>
            <a:r>
              <a:rPr lang="it-IT"/>
              <a:t> </a:t>
            </a:r>
            <a:r>
              <a:rPr lang="it-IT" err="1"/>
              <a:t>dapibus</a:t>
            </a:r>
            <a:r>
              <a:rPr lang="it-IT"/>
              <a:t> </a:t>
            </a:r>
            <a:r>
              <a:rPr lang="it-IT" err="1"/>
              <a:t>sapien</a:t>
            </a:r>
            <a:r>
              <a:rPr lang="it-IT"/>
              <a:t> </a:t>
            </a:r>
            <a:r>
              <a:rPr lang="it-IT" err="1"/>
              <a:t>nec</a:t>
            </a:r>
            <a:r>
              <a:rPr lang="it-IT"/>
              <a:t> urna </a:t>
            </a:r>
            <a:r>
              <a:rPr lang="it-IT" err="1"/>
              <a:t>venenatis</a:t>
            </a:r>
            <a:r>
              <a:rPr lang="it-IT"/>
              <a:t> </a:t>
            </a:r>
            <a:r>
              <a:rPr lang="it-IT" err="1"/>
              <a:t>adipiscing</a:t>
            </a:r>
            <a:r>
              <a:rPr lang="it-IT"/>
              <a:t>. </a:t>
            </a:r>
            <a:r>
              <a:rPr lang="it-IT" err="1"/>
              <a:t>Sed</a:t>
            </a:r>
            <a:r>
              <a:rPr lang="it-IT"/>
              <a:t> </a:t>
            </a:r>
            <a:r>
              <a:rPr lang="it-IT" err="1"/>
              <a:t>tincidunt</a:t>
            </a:r>
            <a:r>
              <a:rPr lang="it-IT"/>
              <a:t> </a:t>
            </a:r>
            <a:r>
              <a:rPr lang="it-IT" err="1"/>
              <a:t>congue</a:t>
            </a:r>
            <a:r>
              <a:rPr lang="it-IT"/>
              <a:t> eros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 </a:t>
            </a:r>
            <a:r>
              <a:rPr lang="it-IT" err="1"/>
              <a:t>aliquet</a:t>
            </a:r>
            <a:r>
              <a:rPr lang="it-IT"/>
              <a:t>. </a:t>
            </a:r>
            <a:r>
              <a:rPr lang="it-IT" err="1"/>
              <a:t>Donec</a:t>
            </a:r>
            <a:r>
              <a:rPr lang="it-IT"/>
              <a:t> </a:t>
            </a:r>
            <a:r>
              <a:rPr lang="it-IT" err="1"/>
              <a:t>ultricies</a:t>
            </a:r>
            <a:r>
              <a:rPr lang="it-IT"/>
              <a:t> </a:t>
            </a:r>
            <a:r>
              <a:rPr lang="it-IT" err="1"/>
              <a:t>bibendum</a:t>
            </a:r>
            <a:r>
              <a:rPr lang="it-IT"/>
              <a:t> </a:t>
            </a:r>
            <a:r>
              <a:rPr lang="it-IT" err="1"/>
              <a:t>justo</a:t>
            </a:r>
            <a:r>
              <a:rPr lang="it-IT"/>
              <a:t>, viverra </a:t>
            </a:r>
            <a:r>
              <a:rPr lang="it-IT" err="1"/>
              <a:t>dignissim</a:t>
            </a:r>
            <a:r>
              <a:rPr lang="it-IT"/>
              <a:t> </a:t>
            </a:r>
            <a:r>
              <a:rPr lang="it-IT" err="1"/>
              <a:t>metus</a:t>
            </a:r>
            <a:r>
              <a:rPr lang="it-IT"/>
              <a:t> </a:t>
            </a:r>
            <a:r>
              <a:rPr lang="it-IT" err="1"/>
              <a:t>fringilla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. </a:t>
            </a:r>
            <a:r>
              <a:rPr lang="it-IT" err="1"/>
              <a:t>Etiam</a:t>
            </a:r>
            <a:r>
              <a:rPr lang="it-IT"/>
              <a:t> odio eros, </a:t>
            </a:r>
            <a:r>
              <a:rPr lang="it-IT" err="1"/>
              <a:t>luctus</a:t>
            </a:r>
            <a:r>
              <a:rPr lang="it-IT"/>
              <a:t> </a:t>
            </a:r>
            <a:r>
              <a:rPr lang="it-IT" err="1"/>
              <a:t>vel</a:t>
            </a:r>
            <a:r>
              <a:rPr lang="it-IT"/>
              <a:t> </a:t>
            </a:r>
            <a:r>
              <a:rPr lang="it-IT" err="1"/>
              <a:t>bibendum</a:t>
            </a:r>
            <a:r>
              <a:rPr lang="it-IT"/>
              <a:t> a, </a:t>
            </a:r>
            <a:r>
              <a:rPr lang="it-IT" err="1"/>
              <a:t>pretium</a:t>
            </a:r>
            <a:r>
              <a:rPr lang="it-IT"/>
              <a:t> non </a:t>
            </a:r>
            <a:r>
              <a:rPr lang="it-IT" err="1"/>
              <a:t>dui</a:t>
            </a:r>
            <a:r>
              <a:rPr lang="it-IT"/>
              <a:t>. </a:t>
            </a:r>
            <a:r>
              <a:rPr lang="it-IT" err="1"/>
              <a:t>Quisque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 </a:t>
            </a:r>
            <a:r>
              <a:rPr lang="it-IT" err="1"/>
              <a:t>nibh</a:t>
            </a:r>
            <a:r>
              <a:rPr lang="it-IT"/>
              <a:t> vitae </a:t>
            </a:r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mollis</a:t>
            </a:r>
            <a:r>
              <a:rPr lang="it-IT"/>
              <a:t> </a:t>
            </a:r>
            <a:r>
              <a:rPr lang="it-IT" err="1"/>
              <a:t>tempus</a:t>
            </a:r>
            <a:r>
              <a:rPr lang="it-IT"/>
              <a:t>. </a:t>
            </a:r>
            <a:r>
              <a:rPr lang="it-IT" err="1"/>
              <a:t>Quisque</a:t>
            </a:r>
            <a:r>
              <a:rPr lang="it-IT"/>
              <a:t> </a:t>
            </a:r>
            <a:r>
              <a:rPr lang="it-IT" err="1"/>
              <a:t>blandit</a:t>
            </a:r>
            <a:r>
              <a:rPr lang="it-IT"/>
              <a:t> </a:t>
            </a:r>
            <a:r>
              <a:rPr lang="it-IT" err="1"/>
              <a:t>mattis</a:t>
            </a:r>
            <a:r>
              <a:rPr lang="it-IT"/>
              <a:t> </a:t>
            </a:r>
            <a:r>
              <a:rPr lang="it-IT" err="1"/>
              <a:t>purus</a:t>
            </a:r>
            <a:r>
              <a:rPr lang="it-IT"/>
              <a:t>, </a:t>
            </a:r>
            <a:r>
              <a:rPr lang="it-IT" err="1"/>
              <a:t>tempor</a:t>
            </a:r>
            <a:r>
              <a:rPr lang="it-IT"/>
              <a:t> </a:t>
            </a:r>
            <a:r>
              <a:rPr lang="it-IT" err="1"/>
              <a:t>vehicula</a:t>
            </a:r>
            <a:r>
              <a:rPr lang="it-IT"/>
              <a:t> orci </a:t>
            </a:r>
            <a:r>
              <a:rPr lang="it-IT" err="1"/>
              <a:t>congue</a:t>
            </a:r>
            <a:r>
              <a:rPr lang="it-IT"/>
              <a:t> a. </a:t>
            </a:r>
            <a:r>
              <a:rPr lang="it-IT" err="1"/>
              <a:t>Vestibulum</a:t>
            </a:r>
            <a:r>
              <a:rPr lang="it-IT"/>
              <a:t> </a:t>
            </a:r>
            <a:r>
              <a:rPr lang="it-IT" err="1"/>
              <a:t>scelerisque</a:t>
            </a:r>
            <a:r>
              <a:rPr lang="it-IT"/>
              <a:t> </a:t>
            </a:r>
            <a:r>
              <a:rPr lang="it-IT" err="1"/>
              <a:t>commodo</a:t>
            </a:r>
            <a:r>
              <a:rPr lang="it-IT"/>
              <a:t> </a:t>
            </a:r>
            <a:r>
              <a:rPr lang="it-IT" err="1"/>
              <a:t>sem</a:t>
            </a:r>
            <a:r>
              <a:rPr lang="it-IT"/>
              <a:t> </a:t>
            </a:r>
            <a:r>
              <a:rPr lang="it-IT" err="1"/>
              <a:t>volutpat</a:t>
            </a:r>
            <a:r>
              <a:rPr lang="it-IT"/>
              <a:t> </a:t>
            </a:r>
            <a:r>
              <a:rPr lang="it-IT" err="1"/>
              <a:t>eleifend</a:t>
            </a:r>
            <a:r>
              <a:rPr lang="it-I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859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008288"/>
            <a:ext cx="271836" cy="2548961"/>
          </a:xfrm>
          <a:prstGeom prst="rect">
            <a:avLst/>
          </a:prstGeom>
        </p:spPr>
      </p:pic>
      <p:pic>
        <p:nvPicPr>
          <p:cNvPr id="3" name="Immagine 6" descr="logo_SUPSI_acr.gif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46075" y="188640"/>
            <a:ext cx="469900" cy="13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806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0" r:id="rId1"/>
    <p:sldLayoutId id="2147484141" r:id="rId2"/>
    <p:sldLayoutId id="2147484142" r:id="rId3"/>
    <p:sldLayoutId id="2147484143" r:id="rId4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28" charset="-128"/>
          <a:cs typeface="ＭＳ Ｐゴシック" pitchFamily="-128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28" charset="-128"/>
          <a:cs typeface="ＭＳ Ｐゴシック" pitchFamily="-128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 lIns="0" tIns="0" rIns="0" bIns="0" anchor="t"/>
          <a:lstStyle/>
          <a:p>
            <a:r>
              <a:rPr lang="it-IT">
                <a:ea typeface="ＭＳ Ｐゴシック"/>
              </a:rPr>
              <a:t>Unix Filesystem Simulator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rPr lang="it-IT" err="1">
                <a:ea typeface="ＭＳ Ｐゴシック"/>
              </a:rPr>
              <a:t>Cereni</a:t>
            </a:r>
            <a:r>
              <a:rPr lang="it-IT">
                <a:ea typeface="ＭＳ Ｐゴシック"/>
              </a:rPr>
              <a:t> Fabio </a:t>
            </a:r>
            <a:endParaRPr lang="it-IT"/>
          </a:p>
          <a:p>
            <a:r>
              <a:rPr lang="it-IT">
                <a:ea typeface="ＭＳ Ｐゴシック"/>
              </a:rPr>
              <a:t>Ferraris Mattia</a:t>
            </a:r>
            <a:endParaRPr lang="it-IT"/>
          </a:p>
          <a:p>
            <a:r>
              <a:rPr lang="it-IT">
                <a:ea typeface="ＭＳ Ｐゴシック"/>
              </a:rPr>
              <a:t>Torri Simone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/>
              <a:t>Studente/i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it-IT"/>
              <a:t>Ingegneria informatica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it-IT"/>
              <a:t>Corso di laurea</a:t>
            </a:r>
          </a:p>
        </p:txBody>
      </p:sp>
      <p:sp>
        <p:nvSpPr>
          <p:cNvPr id="7" name="Segnaposto testo 6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it-IT"/>
              <a:t>Modulo / Codice Progetto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29"/>
          </p:nvPr>
        </p:nvSpPr>
        <p:spPr/>
        <p:txBody>
          <a:bodyPr lIns="0" tIns="0" rIns="0" bIns="0" anchor="t"/>
          <a:lstStyle/>
          <a:p>
            <a:r>
              <a:rPr lang="it-IT">
                <a:ea typeface="ＭＳ Ｐゴシック"/>
              </a:rPr>
              <a:t>Ingegneria del Software II</a:t>
            </a:r>
            <a:endParaRPr lang="it-IT"/>
          </a:p>
        </p:txBody>
      </p:sp>
      <p:sp>
        <p:nvSpPr>
          <p:cNvPr id="9" name="Segnaposto testo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it-IT"/>
              <a:t>Relatore</a:t>
            </a:r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it-IT"/>
              <a:t>Giancarlo Corti</a:t>
            </a:r>
          </a:p>
        </p:txBody>
      </p:sp>
      <p:sp>
        <p:nvSpPr>
          <p:cNvPr id="11" name="Segnaposto testo 10"/>
          <p:cNvSpPr>
            <a:spLocks noGrp="1"/>
          </p:cNvSpPr>
          <p:nvPr>
            <p:ph type="body" sz="quarter" idx="36"/>
          </p:nvPr>
        </p:nvSpPr>
        <p:spPr>
          <a:xfrm>
            <a:off x="323528" y="6381328"/>
            <a:ext cx="2664296" cy="216024"/>
          </a:xfrm>
        </p:spPr>
        <p:txBody>
          <a:bodyPr lIns="0" tIns="0" rIns="0" bIns="0" anchor="t"/>
          <a:lstStyle/>
          <a:p>
            <a:r>
              <a:rPr lang="it-IT">
                <a:ea typeface="ＭＳ Ｐゴシック"/>
              </a:rPr>
              <a:t>Giancarlo Corti</a:t>
            </a:r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it-IT"/>
              <a:t>Committente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it-IT"/>
              <a:t>Anno</a:t>
            </a:r>
          </a:p>
        </p:txBody>
      </p:sp>
      <p:sp>
        <p:nvSpPr>
          <p:cNvPr id="14" name="Segnaposto testo 13"/>
          <p:cNvSpPr>
            <a:spLocks noGrp="1"/>
          </p:cNvSpPr>
          <p:nvPr>
            <p:ph type="body" sz="quarter" idx="41"/>
          </p:nvPr>
        </p:nvSpPr>
        <p:spPr/>
        <p:txBody>
          <a:bodyPr lIns="0" tIns="0" rIns="0" bIns="0" anchor="t"/>
          <a:lstStyle/>
          <a:p>
            <a:r>
              <a:rPr lang="it-IT">
                <a:ea typeface="ＭＳ Ｐゴシック"/>
              </a:rPr>
              <a:t>2025-2026</a:t>
            </a:r>
            <a:endParaRPr lang="it-IT"/>
          </a:p>
        </p:txBody>
      </p:sp>
      <p:sp>
        <p:nvSpPr>
          <p:cNvPr id="15" name="Segnaposto testo 14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it-IT"/>
              <a:t>Correlatore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43"/>
          </p:nvPr>
        </p:nvSpPr>
        <p:spPr/>
        <p:txBody>
          <a:bodyPr lIns="0" tIns="0" rIns="0" bIns="0" anchor="t"/>
          <a:lstStyle/>
          <a:p>
            <a:endParaRPr lang="it-IT"/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44"/>
          </p:nvPr>
        </p:nvSpPr>
        <p:spPr>
          <a:xfrm>
            <a:off x="3311860" y="6381328"/>
            <a:ext cx="2520280" cy="216024"/>
          </a:xfrm>
        </p:spPr>
        <p:txBody>
          <a:bodyPr lIns="0" tIns="0" rIns="0" bIns="0" anchor="t"/>
          <a:lstStyle/>
          <a:p>
            <a:r>
              <a:rPr lang="it-IT">
                <a:ea typeface="ＭＳ Ｐゴシック"/>
              </a:rPr>
              <a:t>16/12/2025</a:t>
            </a:r>
            <a:endParaRPr lang="it-IT"/>
          </a:p>
        </p:txBody>
      </p:sp>
      <p:sp>
        <p:nvSpPr>
          <p:cNvPr id="18" name="Segnaposto testo 17"/>
          <p:cNvSpPr>
            <a:spLocks noGrp="1"/>
          </p:cNvSpPr>
          <p:nvPr>
            <p:ph type="body" sz="quarter" idx="45"/>
          </p:nvPr>
        </p:nvSpPr>
        <p:spPr>
          <a:xfrm>
            <a:off x="3311860" y="6165304"/>
            <a:ext cx="2520280" cy="144016"/>
          </a:xfrm>
        </p:spPr>
        <p:txBody>
          <a:bodyPr/>
          <a:lstStyle/>
          <a:p>
            <a:r>
              <a:rPr lang="it-IT"/>
              <a:t>Data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609BFC5-1B1E-C833-FE09-4B67DFABD89D}"/>
              </a:ext>
            </a:extLst>
          </p:cNvPr>
          <p:cNvSpPr txBox="1"/>
          <p:nvPr/>
        </p:nvSpPr>
        <p:spPr>
          <a:xfrm>
            <a:off x="8855968" y="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1095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/>
              <a:t>Contesto e Motivazione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/>
              <a:t>Descrizione del problema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/>
              <a:t>Stato dell’arte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/>
              <a:t>Approccio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/>
              <a:t>Dimostrazione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/>
              <a:t>Conclusione (risultati e problemi)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Contenuti presentazione</a:t>
            </a: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4E2A0C5-3B6F-6C2C-6C6E-23F047F5E0C4}"/>
              </a:ext>
            </a:extLst>
          </p:cNvPr>
          <p:cNvSpPr txBox="1"/>
          <p:nvPr/>
        </p:nvSpPr>
        <p:spPr>
          <a:xfrm>
            <a:off x="8855968" y="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736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41BD9A4-EE99-1B4C-D880-D98A4E88FC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28" y="2314972"/>
            <a:ext cx="4248472" cy="1535090"/>
          </a:xfrm>
        </p:spPr>
        <p:txBody>
          <a:bodyPr lIns="0" tIns="0" rIns="0" bIns="0" anchor="t"/>
          <a:lstStyle/>
          <a:p>
            <a:pPr marL="285750" indent="-285750">
              <a:buFontTx/>
              <a:buChar char="-"/>
            </a:pPr>
            <a:r>
              <a:rPr lang="it-IT" sz="1800"/>
              <a:t>Progetto di Ingegneria del Software</a:t>
            </a:r>
          </a:p>
          <a:p>
            <a:pPr marL="285750" indent="-285750">
              <a:buFontTx/>
              <a:buChar char="-"/>
            </a:pPr>
            <a:r>
              <a:rPr lang="it-IT" sz="1800">
                <a:ea typeface="ＭＳ Ｐゴシック"/>
              </a:rPr>
              <a:t>Quinto semestre </a:t>
            </a:r>
          </a:p>
          <a:p>
            <a:pPr marL="285750" indent="-285750">
              <a:buFontTx/>
              <a:buChar char="-"/>
            </a:pPr>
            <a:r>
              <a:rPr lang="it-IT" sz="1800">
                <a:ea typeface="ＭＳ Ｐゴシック"/>
              </a:rPr>
              <a:t>Testare e consolidare quanto visto durante il corso del quinto semestre</a:t>
            </a:r>
            <a:endParaRPr lang="it-IT" sz="1800"/>
          </a:p>
          <a:p>
            <a:endParaRPr lang="it-IT"/>
          </a:p>
          <a:p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A2B4B58-48B7-4A87-4542-C529ABD989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Contesto e Motivazione</a:t>
            </a:r>
          </a:p>
          <a:p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7418EA7-A6CB-CB25-6290-19AB86D07FAC}"/>
              </a:ext>
            </a:extLst>
          </p:cNvPr>
          <p:cNvSpPr txBox="1"/>
          <p:nvPr/>
        </p:nvSpPr>
        <p:spPr>
          <a:xfrm>
            <a:off x="8855968" y="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821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80FC0F7-3220-11DE-25C1-4D72A4A1BFDC}"/>
              </a:ext>
            </a:extLst>
          </p:cNvPr>
          <p:cNvSpPr txBox="1"/>
          <p:nvPr/>
        </p:nvSpPr>
        <p:spPr>
          <a:xfrm>
            <a:off x="8855968" y="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6</a:t>
            </a:r>
          </a:p>
        </p:txBody>
      </p:sp>
      <p:pic>
        <p:nvPicPr>
          <p:cNvPr id="3" name="Immagine 2" descr="Immagine che contiene testo, diagramma, line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75BF13B0-FEAE-4AFA-6072-8F4A51439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48" y="1263489"/>
            <a:ext cx="8686800" cy="5438775"/>
          </a:xfrm>
          <a:prstGeom prst="rect">
            <a:avLst/>
          </a:prstGeom>
        </p:spPr>
      </p:pic>
      <p:sp>
        <p:nvSpPr>
          <p:cNvPr id="6" name="Segnaposto testo 2">
            <a:extLst>
              <a:ext uri="{FF2B5EF4-FFF2-40B4-BE49-F238E27FC236}">
                <a16:creationId xmlns:a16="http://schemas.microsoft.com/office/drawing/2014/main" id="{3D30C6D3-A7CE-1C5B-2393-60F331501663}"/>
              </a:ext>
            </a:extLst>
          </p:cNvPr>
          <p:cNvSpPr txBox="1">
            <a:spLocks/>
          </p:cNvSpPr>
          <p:nvPr/>
        </p:nvSpPr>
        <p:spPr>
          <a:xfrm>
            <a:off x="0" y="804709"/>
            <a:ext cx="7848600" cy="9302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128" charset="-128"/>
                <a:cs typeface="ＭＳ Ｐゴシック" pitchFamily="-128" charset="-128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128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128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128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128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r>
              <a:rPr lang="it-IT" sz="2700">
                <a:solidFill>
                  <a:schemeClr val="accent6">
                    <a:lumMod val="75000"/>
                  </a:schemeClr>
                </a:solidFill>
                <a:ea typeface="ＭＳ Ｐゴシック"/>
                <a:cs typeface="Arial"/>
              </a:rPr>
              <a:t>Problema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69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33F8EA-7427-0DF1-3DB1-E22D906EC4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28" y="1947224"/>
            <a:ext cx="4442589" cy="4248472"/>
          </a:xfrm>
        </p:spPr>
        <p:txBody>
          <a:bodyPr lIns="0" tIns="0" rIns="0" bIns="0" anchor="t"/>
          <a:lstStyle/>
          <a:p>
            <a:pPr marL="285750" indent="-285750">
              <a:buFont typeface="Calibri"/>
              <a:buChar char="-"/>
            </a:pPr>
            <a:r>
              <a:rPr lang="it-IT" sz="1800" err="1">
                <a:ea typeface="ＭＳ Ｐゴシック"/>
                <a:cs typeface="Arial"/>
              </a:rPr>
              <a:t>Jimfs</a:t>
            </a:r>
            <a:r>
              <a:rPr lang="it-IT" sz="1800">
                <a:ea typeface="ＭＳ Ｐゴシック"/>
                <a:cs typeface="Arial"/>
              </a:rPr>
              <a:t> (Java)</a:t>
            </a:r>
            <a:endParaRPr lang="it-IT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it-IT" sz="1800">
                <a:ea typeface="ＭＳ Ｐゴシック"/>
                <a:cs typeface="Arial"/>
              </a:rPr>
              <a:t>Apache VFS (Java)</a:t>
            </a:r>
            <a:endParaRPr lang="it-IT" sz="1800">
              <a:cs typeface="Arial"/>
            </a:endParaRPr>
          </a:p>
          <a:p>
            <a:pPr marL="285750" indent="-285750">
              <a:buFont typeface="Calibri" charset="0"/>
              <a:buChar char="-"/>
            </a:pPr>
            <a:r>
              <a:rPr lang="it-IT" sz="1800" err="1">
                <a:ea typeface="ＭＳ Ｐゴシック"/>
              </a:rPr>
              <a:t>Pyfakefs</a:t>
            </a:r>
            <a:r>
              <a:rPr lang="it-IT" sz="1800">
                <a:ea typeface="ＭＳ Ｐゴシック"/>
              </a:rPr>
              <a:t> (Python)</a:t>
            </a:r>
            <a:endParaRPr lang="it-IT" sz="1800"/>
          </a:p>
          <a:p>
            <a:pPr marL="285750" indent="-285750">
              <a:buFont typeface="Calibri"/>
              <a:buChar char="-"/>
            </a:pPr>
            <a:r>
              <a:rPr lang="it-IT" sz="1800" err="1">
                <a:ea typeface="ＭＳ Ｐゴシック"/>
              </a:rPr>
              <a:t>Afero</a:t>
            </a:r>
            <a:r>
              <a:rPr lang="it-IT" sz="1800">
                <a:ea typeface="ＭＳ Ｐゴシック"/>
              </a:rPr>
              <a:t> (Go)</a:t>
            </a:r>
            <a:endParaRPr lang="it-IT" sz="1800"/>
          </a:p>
          <a:p>
            <a:pPr marL="285750" indent="-285750">
              <a:buFont typeface="Calibri"/>
              <a:buChar char="-"/>
            </a:pPr>
            <a:r>
              <a:rPr lang="it-IT" sz="1800"/>
              <a:t>…</a:t>
            </a:r>
          </a:p>
          <a:p>
            <a:pPr marL="285750" indent="-285750">
              <a:buFont typeface="Calibri"/>
              <a:buChar char="-"/>
            </a:pPr>
            <a:endParaRPr lang="it-IT" sz="1800"/>
          </a:p>
          <a:p>
            <a:pPr marL="285750" indent="-285750">
              <a:buFont typeface="Calibri"/>
              <a:buChar char="-"/>
            </a:pPr>
            <a:endParaRPr lang="it-IT" sz="1800"/>
          </a:p>
          <a:p>
            <a:r>
              <a:rPr lang="it-IT" sz="1800">
                <a:ea typeface="ＭＳ Ｐゴシック"/>
              </a:rPr>
              <a:t>Non tutte permettono salvataggio, caricamento e modifica delle preferenze.</a:t>
            </a:r>
            <a:endParaRPr lang="it-IT" sz="180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A7FB4DD-EF48-FB9E-1F53-6424E4243F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Stato dell’arte</a:t>
            </a:r>
          </a:p>
          <a:p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3DF1A39-3AF4-0EFC-24A9-981D437EB2DF}"/>
              </a:ext>
            </a:extLst>
          </p:cNvPr>
          <p:cNvSpPr txBox="1"/>
          <p:nvPr/>
        </p:nvSpPr>
        <p:spPr>
          <a:xfrm>
            <a:off x="8855968" y="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672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AC22644-80A0-FE1A-E933-C0A6FE08A6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28" y="1844824"/>
            <a:ext cx="4464496" cy="4248472"/>
          </a:xfrm>
        </p:spPr>
        <p:txBody>
          <a:bodyPr lIns="0" tIns="0" rIns="0" bIns="0" anchor="t"/>
          <a:lstStyle/>
          <a:p>
            <a:pPr marL="285750" indent="-285750">
              <a:buFont typeface="Calibri"/>
              <a:buChar char="-"/>
            </a:pPr>
            <a:r>
              <a:rPr lang="it-IT" sz="1800" err="1">
                <a:ea typeface="ＭＳ Ｐゴシック"/>
              </a:rPr>
              <a:t>GitLab</a:t>
            </a:r>
            <a:endParaRPr lang="it-IT" sz="1800">
              <a:ea typeface="ＭＳ Ｐゴシック"/>
            </a:endParaRPr>
          </a:p>
          <a:p>
            <a:pPr marL="285750" indent="-285750">
              <a:buFont typeface="Calibri"/>
              <a:buChar char="-"/>
            </a:pPr>
            <a:r>
              <a:rPr lang="it-IT" sz="1800"/>
              <a:t>Maven</a:t>
            </a:r>
          </a:p>
          <a:p>
            <a:pPr marL="285750" indent="-285750">
              <a:buFont typeface="Calibri"/>
              <a:buChar char="-"/>
            </a:pPr>
            <a:r>
              <a:rPr lang="it-IT" sz="1800" err="1">
                <a:ea typeface="ＭＳ Ｐゴシック"/>
              </a:rPr>
              <a:t>IntelliJ</a:t>
            </a:r>
            <a:r>
              <a:rPr lang="it-IT" sz="1800">
                <a:ea typeface="ＭＳ Ｐゴシック"/>
              </a:rPr>
              <a:t> IDEA</a:t>
            </a:r>
          </a:p>
          <a:p>
            <a:pPr marL="285750" indent="-285750">
              <a:buFont typeface="Calibri"/>
              <a:buChar char="-"/>
            </a:pPr>
            <a:r>
              <a:rPr lang="it-IT" sz="1800">
                <a:ea typeface="ＭＳ Ｐゴシック"/>
              </a:rPr>
              <a:t>Implementazione, Testing</a:t>
            </a:r>
          </a:p>
          <a:p>
            <a:pPr marL="285750" indent="-285750">
              <a:buFont typeface="Calibri"/>
              <a:buChar char="-"/>
            </a:pPr>
            <a:r>
              <a:rPr lang="it-IT" sz="1800">
                <a:ea typeface="ＭＳ Ｐゴシック"/>
              </a:rPr>
              <a:t>Divisione in 2 moduli</a:t>
            </a:r>
          </a:p>
          <a:p>
            <a:pPr marL="285750" indent="-285750">
              <a:buFont typeface="Calibri"/>
              <a:buChar char="-"/>
            </a:pPr>
            <a:r>
              <a:rPr lang="it-IT" sz="1800">
                <a:ea typeface="ＭＳ Ｐゴシック"/>
              </a:rPr>
              <a:t>Divisione in Package e sotto package</a:t>
            </a:r>
          </a:p>
          <a:p>
            <a:pPr marL="285750" indent="-285750">
              <a:buFont typeface="Calibri"/>
              <a:buChar char="-"/>
            </a:pPr>
            <a:r>
              <a:rPr lang="it-IT" sz="1800">
                <a:ea typeface="ＭＳ Ｐゴシック"/>
              </a:rPr>
              <a:t>Pianificazione sprint di 2 settimane</a:t>
            </a:r>
          </a:p>
          <a:p>
            <a:pPr marL="285750" indent="-285750">
              <a:buFont typeface="Calibri"/>
              <a:buChar char="-"/>
            </a:pPr>
            <a:endParaRPr lang="it-IT" sz="1800"/>
          </a:p>
          <a:p>
            <a:pPr marL="285750" indent="-285750">
              <a:buFont typeface="Calibri"/>
              <a:buChar char="-"/>
            </a:pPr>
            <a:endParaRPr lang="it-IT" sz="1800"/>
          </a:p>
          <a:p>
            <a:pPr marL="285750" indent="-285750">
              <a:buFont typeface="Calibri"/>
              <a:buChar char="-"/>
            </a:pPr>
            <a:endParaRPr lang="it-IT" sz="180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914B5BF-62C3-D504-EA7C-3C0C17ECFD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Approccio 	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6D28AE0-817B-1D6C-0878-D389216F9246}"/>
              </a:ext>
            </a:extLst>
          </p:cNvPr>
          <p:cNvSpPr txBox="1"/>
          <p:nvPr/>
        </p:nvSpPr>
        <p:spPr>
          <a:xfrm>
            <a:off x="8855968" y="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13598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464CC73B-BBC3-D694-50CB-46E252D1B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475" y="1916832"/>
            <a:ext cx="2472185" cy="417646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7C19C59-3E50-B771-AD61-1A3903D20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1913857"/>
            <a:ext cx="5510047" cy="4176465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BFA91EC-A981-5141-FBDD-346C824EC3B4}"/>
              </a:ext>
            </a:extLst>
          </p:cNvPr>
          <p:cNvSpPr txBox="1"/>
          <p:nvPr/>
        </p:nvSpPr>
        <p:spPr>
          <a:xfrm>
            <a:off x="8855968" y="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22021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567E0AA-071B-798F-4F21-290AB7F4E1B1}"/>
              </a:ext>
            </a:extLst>
          </p:cNvPr>
          <p:cNvSpPr txBox="1"/>
          <p:nvPr/>
        </p:nvSpPr>
        <p:spPr>
          <a:xfrm>
            <a:off x="8676456" y="0"/>
            <a:ext cx="467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10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1FA04FE-DF73-4FCA-25A9-964A380306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" r="-75" b="59604"/>
          <a:stretch>
            <a:fillRect/>
          </a:stretch>
        </p:blipFill>
        <p:spPr>
          <a:xfrm>
            <a:off x="-10070" y="1418565"/>
            <a:ext cx="9150812" cy="201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20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C98A2389-556B-70AD-2755-8FACA5C12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3" y="890588"/>
            <a:ext cx="867727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1153964-8265-DF11-3AFF-41408F2A9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097"/>
            <a:ext cx="9144000" cy="530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diagramma, Piano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9AC15E57-8FE8-424C-5983-A4220A7FD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301"/>
            <a:ext cx="9144000" cy="358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63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09D5C1-BAE7-6847-9CBC-4E5AD76A57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Demo</a:t>
            </a:r>
          </a:p>
          <a:p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B8913DA-1BFB-661E-F0B7-C2388116CED7}"/>
              </a:ext>
            </a:extLst>
          </p:cNvPr>
          <p:cNvSpPr txBox="1"/>
          <p:nvPr/>
        </p:nvSpPr>
        <p:spPr>
          <a:xfrm>
            <a:off x="8676456" y="0"/>
            <a:ext cx="467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0864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9BAA189-6E80-29E7-B809-B92A88B336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rPr lang="it-IT" sz="1800" dirty="0">
                <a:ea typeface="ＭＳ Ｐゴシック"/>
              </a:rPr>
              <a:t>-   Filesystem funzionante</a:t>
            </a:r>
            <a:endParaRPr lang="it-IT" sz="1800" dirty="0"/>
          </a:p>
          <a:p>
            <a:r>
              <a:rPr lang="it-IT" sz="1800" dirty="0">
                <a:ea typeface="ＭＳ Ｐゴシック"/>
              </a:rPr>
              <a:t>-   Salvataggio</a:t>
            </a:r>
          </a:p>
          <a:p>
            <a:pPr marL="285750" indent="-285750">
              <a:buFontTx/>
              <a:buChar char="-"/>
            </a:pPr>
            <a:r>
              <a:rPr lang="it-IT" sz="1800" dirty="0">
                <a:ea typeface="ＭＳ Ｐゴシック"/>
              </a:rPr>
              <a:t>Caricamento</a:t>
            </a:r>
          </a:p>
          <a:p>
            <a:pPr marL="285750" indent="-285750">
              <a:buFontTx/>
              <a:buChar char="-"/>
            </a:pPr>
            <a:r>
              <a:rPr lang="it-IT" sz="1800" dirty="0">
                <a:ea typeface="ＭＳ Ｐゴシック"/>
              </a:rPr>
              <a:t>Modificare preferenze</a:t>
            </a:r>
          </a:p>
          <a:p>
            <a:pPr marL="285750" indent="-285750">
              <a:buFontTx/>
              <a:buChar char="-"/>
            </a:pPr>
            <a:r>
              <a:rPr lang="it-IT" sz="1800" dirty="0">
                <a:ea typeface="ＭＳ Ｐゴシック"/>
              </a:rPr>
              <a:t>Menù di help</a:t>
            </a:r>
            <a:endParaRPr lang="it-IT" sz="1800" dirty="0"/>
          </a:p>
          <a:p>
            <a:pPr marL="285750" indent="-285750">
              <a:buFontTx/>
              <a:buChar char="-"/>
            </a:pPr>
            <a:r>
              <a:rPr lang="it-IT" sz="1800" dirty="0">
                <a:ea typeface="ＭＳ Ｐゴシック"/>
              </a:rPr>
              <a:t>Informazioni sull'app</a:t>
            </a:r>
            <a:endParaRPr lang="it-IT" sz="1800" dirty="0"/>
          </a:p>
          <a:p>
            <a:pPr marL="285750" indent="-285750">
              <a:buFontTx/>
              <a:buChar char="-"/>
            </a:pPr>
            <a:r>
              <a:rPr lang="it-IT" sz="1800" dirty="0">
                <a:ea typeface="ＭＳ Ｐゴシック"/>
              </a:rPr>
              <a:t>Messaggi di log</a:t>
            </a:r>
            <a:endParaRPr lang="it-IT" sz="1800" dirty="0"/>
          </a:p>
          <a:p>
            <a:pPr marL="285750" indent="-285750">
              <a:buFontTx/>
              <a:buChar char="-"/>
            </a:pPr>
            <a:endParaRPr lang="it-IT" sz="1800" dirty="0"/>
          </a:p>
          <a:p>
            <a:pPr marL="285750" indent="-285750">
              <a:buFontTx/>
              <a:buChar char="-"/>
            </a:pPr>
            <a:endParaRPr lang="it-IT" sz="1800"/>
          </a:p>
          <a:p>
            <a:pPr marL="285750" indent="-285750">
              <a:buFontTx/>
              <a:buChar char="-"/>
            </a:pPr>
            <a:endParaRPr lang="it-IT" sz="1800"/>
          </a:p>
          <a:p>
            <a:pPr marL="285750" indent="-285750">
              <a:buFontTx/>
              <a:buChar char="-"/>
            </a:pPr>
            <a:endParaRPr lang="it-IT" sz="180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7C1491-252F-CAC8-352F-18E0ED0237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Risultati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FADC01D-DE25-89B6-378E-E71E6173B0B2}"/>
              </a:ext>
            </a:extLst>
          </p:cNvPr>
          <p:cNvSpPr txBox="1"/>
          <p:nvPr/>
        </p:nvSpPr>
        <p:spPr>
          <a:xfrm>
            <a:off x="8676456" y="0"/>
            <a:ext cx="467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10497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6152A3C-F440-EF73-0560-1AF88F933A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28" y="1844824"/>
            <a:ext cx="5688632" cy="3168352"/>
          </a:xfrm>
        </p:spPr>
        <p:txBody>
          <a:bodyPr lIns="0" tIns="0" rIns="0" bIns="0" anchor="t"/>
          <a:lstStyle/>
          <a:p>
            <a:r>
              <a:rPr lang="it-IT" sz="1800" dirty="0">
                <a:ea typeface="ＭＳ Ｐゴシック"/>
              </a:rPr>
              <a:t>Tutte le funzionalità sono state implementate</a:t>
            </a:r>
          </a:p>
          <a:p>
            <a:r>
              <a:rPr lang="it-IT" sz="1800" dirty="0">
                <a:ea typeface="ＭＳ Ｐゴシック"/>
              </a:rPr>
              <a:t>Comunicazione con l’utente efficiente </a:t>
            </a:r>
          </a:p>
          <a:p>
            <a:r>
              <a:rPr lang="it-IT" sz="1800" dirty="0">
                <a:ea typeface="ＭＳ Ｐゴシック"/>
              </a:rPr>
              <a:t>Preferenze modificabili</a:t>
            </a:r>
          </a:p>
          <a:p>
            <a:r>
              <a:rPr lang="it-IT" sz="1800" dirty="0">
                <a:ea typeface="ＭＳ Ｐゴシック"/>
              </a:rPr>
              <a:t>I Requisiti sono stati rispettati</a:t>
            </a:r>
          </a:p>
          <a:p>
            <a:endParaRPr lang="it-IT" sz="1800"/>
          </a:p>
          <a:p>
            <a:endParaRPr lang="it-IT" sz="1800"/>
          </a:p>
          <a:p>
            <a:r>
              <a:rPr lang="it-IT" sz="1800" dirty="0">
                <a:ea typeface="ＭＳ Ｐゴシック"/>
              </a:rPr>
              <a:t>Cosa è stato difficile?</a:t>
            </a:r>
          </a:p>
          <a:p>
            <a:pPr marL="285750" indent="-285750">
              <a:buFont typeface="Calibri" charset="0"/>
              <a:buChar char="-"/>
            </a:pPr>
            <a:r>
              <a:rPr lang="it-IT" sz="1800" dirty="0">
                <a:ea typeface="ＭＳ Ｐゴシック"/>
              </a:rPr>
              <a:t>Implementazione dei pattern</a:t>
            </a:r>
            <a:endParaRPr lang="it-IT" sz="1800" dirty="0"/>
          </a:p>
          <a:p>
            <a:pPr marL="285750" indent="-285750">
              <a:buFont typeface="Calibri" charset="0"/>
              <a:buChar char="-"/>
            </a:pPr>
            <a:r>
              <a:rPr lang="it-IT" sz="1800" dirty="0">
                <a:ea typeface="ＭＳ Ｐゴシック"/>
              </a:rPr>
              <a:t>Test end-to-end</a:t>
            </a:r>
            <a:endParaRPr lang="it-IT" sz="1800" dirty="0"/>
          </a:p>
          <a:p>
            <a:pPr marL="285750" indent="-285750">
              <a:buFont typeface="Calibri" charset="0"/>
              <a:buChar char="-"/>
            </a:pPr>
            <a:r>
              <a:rPr lang="it-IT" sz="1800" dirty="0">
                <a:ea typeface="ＭＳ Ｐゴシック"/>
              </a:rPr>
              <a:t>Avere ben chiara la struttura del filesystem</a:t>
            </a:r>
            <a:endParaRPr lang="it-IT" sz="1800" dirty="0"/>
          </a:p>
          <a:p>
            <a:endParaRPr lang="it-IT" sz="1800"/>
          </a:p>
          <a:p>
            <a:endParaRPr lang="it-IT" sz="180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B17A16-DEB6-6EAC-0F79-BC9FF06D29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Conclusioni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D1773F-27D5-EABF-5713-023FD3CA0CBC}"/>
              </a:ext>
            </a:extLst>
          </p:cNvPr>
          <p:cNvSpPr txBox="1"/>
          <p:nvPr/>
        </p:nvSpPr>
        <p:spPr>
          <a:xfrm>
            <a:off x="8676456" y="0"/>
            <a:ext cx="467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543647664"/>
      </p:ext>
    </p:extLst>
  </p:cSld>
  <p:clrMapOvr>
    <a:masterClrMapping/>
  </p:clrMapOvr>
</p:sld>
</file>

<file path=ppt/theme/theme1.xml><?xml version="1.0" encoding="utf-8"?>
<a:theme xmlns:a="http://schemas.openxmlformats.org/drawingml/2006/main" name="PPT_StudentKit_DTI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">
      <a:majorFont>
        <a:latin typeface="Times New Roman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PPT_StudentKit_DTI</Template>
  <Application>Microsoft Office PowerPoint</Application>
  <PresentationFormat>Presentazione su schermo (4:3)</PresentationFormat>
  <Slides>14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5" baseType="lpstr">
      <vt:lpstr>PPT_StudentKit_DTI</vt:lpstr>
      <vt:lpstr>Unix Filesystem Simulator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SUPSI-DTI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giofre</dc:creator>
  <cp:revision>24</cp:revision>
  <cp:lastPrinted>2012-05-23T12:47:14Z</cp:lastPrinted>
  <dcterms:created xsi:type="dcterms:W3CDTF">2012-06-06T06:29:02Z</dcterms:created>
  <dcterms:modified xsi:type="dcterms:W3CDTF">2025-12-15T22:46:18Z</dcterms:modified>
</cp:coreProperties>
</file>